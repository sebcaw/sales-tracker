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0" autoAdjust="0"/>
    <p:restoredTop sz="94660"/>
  </p:normalViewPr>
  <p:slideViewPr>
    <p:cSldViewPr snapToGrid="0">
      <p:cViewPr varScale="1">
        <p:scale>
          <a:sx n="93" d="100"/>
          <a:sy n="93" d="100"/>
        </p:scale>
        <p:origin x="92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 cawthorne" userId="2eb7cef10a63c26d" providerId="LiveId" clId="{874E8BAB-0CC2-43D0-83E3-69927A679BAA}"/>
    <pc:docChg chg="delSld">
      <pc:chgData name="seb cawthorne" userId="2eb7cef10a63c26d" providerId="LiveId" clId="{874E8BAB-0CC2-43D0-83E3-69927A679BAA}" dt="2026-05-03T20:43:09.847" v="1" actId="47"/>
      <pc:docMkLst>
        <pc:docMk/>
      </pc:docMkLst>
      <pc:sldChg chg="del">
        <pc:chgData name="seb cawthorne" userId="2eb7cef10a63c26d" providerId="LiveId" clId="{874E8BAB-0CC2-43D0-83E3-69927A679BAA}" dt="2026-05-03T20:43:09.847" v="1" actId="47"/>
        <pc:sldMkLst>
          <pc:docMk/>
          <pc:sldMk cId="3909551345" sldId="261"/>
        </pc:sldMkLst>
      </pc:sldChg>
      <pc:sldChg chg="del">
        <pc:chgData name="seb cawthorne" userId="2eb7cef10a63c26d" providerId="LiveId" clId="{874E8BAB-0CC2-43D0-83E3-69927A679BAA}" dt="2026-05-03T20:43:07.133" v="0" actId="47"/>
        <pc:sldMkLst>
          <pc:docMk/>
          <pc:sldMk cId="4253925562" sldId="26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6518C5-07C4-418D-B050-7194929A3243}" type="doc">
      <dgm:prSet loTypeId="urn:microsoft.com/office/officeart/2005/8/layout/hProcess6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7498C4E-3C0C-48E8-B3EC-E7B464FC79BD}">
      <dgm:prSet/>
      <dgm:spPr/>
      <dgm:t>
        <a:bodyPr/>
        <a:lstStyle/>
        <a:p>
          <a:r>
            <a:rPr lang="en-GB"/>
            <a:t>What is going wrong?</a:t>
          </a:r>
          <a:endParaRPr lang="en-US"/>
        </a:p>
      </dgm:t>
    </dgm:pt>
    <dgm:pt modelId="{9C6935AE-DDCA-4335-86D0-725B528A584A}" type="parTrans" cxnId="{3E29C075-29FC-4CCC-BEE5-47EC38347165}">
      <dgm:prSet/>
      <dgm:spPr/>
      <dgm:t>
        <a:bodyPr/>
        <a:lstStyle/>
        <a:p>
          <a:endParaRPr lang="en-US"/>
        </a:p>
      </dgm:t>
    </dgm:pt>
    <dgm:pt modelId="{4C8CFC31-B129-4B6F-8FE1-4A1FB5295A37}" type="sibTrans" cxnId="{3E29C075-29FC-4CCC-BEE5-47EC38347165}">
      <dgm:prSet/>
      <dgm:spPr/>
      <dgm:t>
        <a:bodyPr/>
        <a:lstStyle/>
        <a:p>
          <a:endParaRPr lang="en-US"/>
        </a:p>
      </dgm:t>
    </dgm:pt>
    <dgm:pt modelId="{BFC54784-187C-4E05-831D-FE77FA9B97B6}">
      <dgm:prSet/>
      <dgm:spPr/>
      <dgm:t>
        <a:bodyPr/>
        <a:lstStyle/>
        <a:p>
          <a:r>
            <a:rPr lang="en-GB"/>
            <a:t>Doors getting lost </a:t>
          </a:r>
          <a:endParaRPr lang="en-US"/>
        </a:p>
      </dgm:t>
    </dgm:pt>
    <dgm:pt modelId="{63D294E2-6AF9-43FA-89BE-6EB4F219B8EE}" type="parTrans" cxnId="{BD0A35C2-8CCE-4715-8910-61EEBF6B70AD}">
      <dgm:prSet/>
      <dgm:spPr/>
      <dgm:t>
        <a:bodyPr/>
        <a:lstStyle/>
        <a:p>
          <a:endParaRPr lang="en-US"/>
        </a:p>
      </dgm:t>
    </dgm:pt>
    <dgm:pt modelId="{863B6C57-2CA3-4533-A48C-1D6EC543FEB0}" type="sibTrans" cxnId="{BD0A35C2-8CCE-4715-8910-61EEBF6B70AD}">
      <dgm:prSet/>
      <dgm:spPr/>
      <dgm:t>
        <a:bodyPr/>
        <a:lstStyle/>
        <a:p>
          <a:endParaRPr lang="en-US"/>
        </a:p>
      </dgm:t>
    </dgm:pt>
    <dgm:pt modelId="{83352CD1-75BC-4A8F-9E37-61FA4553ECD2}">
      <dgm:prSet/>
      <dgm:spPr/>
      <dgm:t>
        <a:bodyPr/>
        <a:lstStyle/>
        <a:p>
          <a:r>
            <a:rPr lang="en-GB"/>
            <a:t>Slow response’s with problems</a:t>
          </a:r>
          <a:endParaRPr lang="en-US"/>
        </a:p>
      </dgm:t>
    </dgm:pt>
    <dgm:pt modelId="{87AF045E-87E1-4EA3-9344-67F0692282F9}" type="parTrans" cxnId="{E55EB1AD-4829-4826-B0EC-FB734443D7C0}">
      <dgm:prSet/>
      <dgm:spPr/>
      <dgm:t>
        <a:bodyPr/>
        <a:lstStyle/>
        <a:p>
          <a:endParaRPr lang="en-US"/>
        </a:p>
      </dgm:t>
    </dgm:pt>
    <dgm:pt modelId="{4A641810-844D-4C68-B36B-8B8FA611B8D2}" type="sibTrans" cxnId="{E55EB1AD-4829-4826-B0EC-FB734443D7C0}">
      <dgm:prSet/>
      <dgm:spPr/>
      <dgm:t>
        <a:bodyPr/>
        <a:lstStyle/>
        <a:p>
          <a:endParaRPr lang="en-US"/>
        </a:p>
      </dgm:t>
    </dgm:pt>
    <dgm:pt modelId="{76E7CDC8-940D-4D7C-9AA4-73189F6024EA}">
      <dgm:prSet/>
      <dgm:spPr/>
      <dgm:t>
        <a:bodyPr/>
        <a:lstStyle/>
        <a:p>
          <a:r>
            <a:rPr lang="en-GB"/>
            <a:t>Inefficient handovers</a:t>
          </a:r>
          <a:endParaRPr lang="en-US"/>
        </a:p>
      </dgm:t>
    </dgm:pt>
    <dgm:pt modelId="{C2128AAF-D57F-44C6-8C8D-880DE92C57A2}" type="parTrans" cxnId="{B423D952-6519-4C4B-BE0C-287E0898C780}">
      <dgm:prSet/>
      <dgm:spPr/>
      <dgm:t>
        <a:bodyPr/>
        <a:lstStyle/>
        <a:p>
          <a:endParaRPr lang="en-US"/>
        </a:p>
      </dgm:t>
    </dgm:pt>
    <dgm:pt modelId="{7B9FDEC4-A2CE-47A1-9B5A-ACF953DE0317}" type="sibTrans" cxnId="{B423D952-6519-4C4B-BE0C-287E0898C780}">
      <dgm:prSet/>
      <dgm:spPr/>
      <dgm:t>
        <a:bodyPr/>
        <a:lstStyle/>
        <a:p>
          <a:endParaRPr lang="en-US"/>
        </a:p>
      </dgm:t>
    </dgm:pt>
    <dgm:pt modelId="{2CD9B3C8-76FC-46E8-A40C-D093F8558600}">
      <dgm:prSet/>
      <dgm:spPr/>
      <dgm:t>
        <a:bodyPr/>
        <a:lstStyle/>
        <a:p>
          <a:r>
            <a:rPr lang="en-GB"/>
            <a:t>Inaccurate energy predictions </a:t>
          </a:r>
          <a:endParaRPr lang="en-US"/>
        </a:p>
      </dgm:t>
    </dgm:pt>
    <dgm:pt modelId="{203DFB01-71AC-492C-8095-284C6C63FF8D}" type="parTrans" cxnId="{C8C77355-40A0-4B56-B037-0CFDF89BFC74}">
      <dgm:prSet/>
      <dgm:spPr/>
      <dgm:t>
        <a:bodyPr/>
        <a:lstStyle/>
        <a:p>
          <a:endParaRPr lang="en-US"/>
        </a:p>
      </dgm:t>
    </dgm:pt>
    <dgm:pt modelId="{E519A787-FAC0-43F3-80CC-D563BE86A1EF}" type="sibTrans" cxnId="{C8C77355-40A0-4B56-B037-0CFDF89BFC74}">
      <dgm:prSet/>
      <dgm:spPr/>
      <dgm:t>
        <a:bodyPr/>
        <a:lstStyle/>
        <a:p>
          <a:endParaRPr lang="en-US"/>
        </a:p>
      </dgm:t>
    </dgm:pt>
    <dgm:pt modelId="{4F3EBE75-3B5C-43F8-B169-23AE52CA3393}">
      <dgm:prSet/>
      <dgm:spPr/>
      <dgm:t>
        <a:bodyPr/>
        <a:lstStyle/>
        <a:p>
          <a:r>
            <a:rPr lang="en-GB"/>
            <a:t>What this is causing!</a:t>
          </a:r>
          <a:endParaRPr lang="en-US"/>
        </a:p>
      </dgm:t>
    </dgm:pt>
    <dgm:pt modelId="{4EAD71ED-357D-4D28-AA61-82DDF45DFB26}" type="sibTrans" cxnId="{7D67ECC8-555C-4FA4-A5B0-BBF835B2CA24}">
      <dgm:prSet/>
      <dgm:spPr/>
      <dgm:t>
        <a:bodyPr/>
        <a:lstStyle/>
        <a:p>
          <a:endParaRPr lang="en-US"/>
        </a:p>
      </dgm:t>
    </dgm:pt>
    <dgm:pt modelId="{517B289A-D6C9-46BD-8D97-43B1EED47077}" type="parTrans" cxnId="{7D67ECC8-555C-4FA4-A5B0-BBF835B2CA24}">
      <dgm:prSet/>
      <dgm:spPr/>
      <dgm:t>
        <a:bodyPr/>
        <a:lstStyle/>
        <a:p>
          <a:endParaRPr lang="en-US"/>
        </a:p>
      </dgm:t>
    </dgm:pt>
    <dgm:pt modelId="{E185DA22-E764-46C6-BF8D-B18CE7929DEB}">
      <dgm:prSet/>
      <dgm:spPr/>
      <dgm:t>
        <a:bodyPr/>
        <a:lstStyle/>
        <a:p>
          <a:r>
            <a:rPr lang="en-GB"/>
            <a:t>Security risk </a:t>
          </a:r>
          <a:endParaRPr lang="en-US"/>
        </a:p>
      </dgm:t>
    </dgm:pt>
    <dgm:pt modelId="{315268ED-4B94-4296-AFC4-EDEF17271257}" type="sibTrans" cxnId="{5B4C01EA-07AF-4278-AB2C-380D39D73131}">
      <dgm:prSet/>
      <dgm:spPr/>
      <dgm:t>
        <a:bodyPr/>
        <a:lstStyle/>
        <a:p>
          <a:endParaRPr lang="en-US"/>
        </a:p>
      </dgm:t>
    </dgm:pt>
    <dgm:pt modelId="{B8D515DA-CD3F-4DF6-B15F-29AD697D8C01}" type="parTrans" cxnId="{5B4C01EA-07AF-4278-AB2C-380D39D73131}">
      <dgm:prSet/>
      <dgm:spPr/>
      <dgm:t>
        <a:bodyPr/>
        <a:lstStyle/>
        <a:p>
          <a:endParaRPr lang="en-US"/>
        </a:p>
      </dgm:t>
    </dgm:pt>
    <dgm:pt modelId="{29D16812-CF71-4DB1-84AB-09E1F91BE022}">
      <dgm:prSet/>
      <dgm:spPr/>
      <dgm:t>
        <a:bodyPr/>
        <a:lstStyle/>
        <a:p>
          <a:r>
            <a:rPr lang="en-GB"/>
            <a:t>Increase risk for monsters</a:t>
          </a:r>
          <a:endParaRPr lang="en-US"/>
        </a:p>
      </dgm:t>
    </dgm:pt>
    <dgm:pt modelId="{661583B9-1013-4AAF-8BF6-DF688A6FC32E}" type="sibTrans" cxnId="{8E220AFB-5A00-4C8B-90BC-852CB8C7B537}">
      <dgm:prSet/>
      <dgm:spPr/>
      <dgm:t>
        <a:bodyPr/>
        <a:lstStyle/>
        <a:p>
          <a:endParaRPr lang="en-US"/>
        </a:p>
      </dgm:t>
    </dgm:pt>
    <dgm:pt modelId="{461AEDA7-C9EA-4079-82AF-FE6B4C1DF1FA}" type="parTrans" cxnId="{8E220AFB-5A00-4C8B-90BC-852CB8C7B537}">
      <dgm:prSet/>
      <dgm:spPr/>
      <dgm:t>
        <a:bodyPr/>
        <a:lstStyle/>
        <a:p>
          <a:endParaRPr lang="en-US"/>
        </a:p>
      </dgm:t>
    </dgm:pt>
    <dgm:pt modelId="{3C3369A8-F013-4D41-B9B0-B1EDCC46F86C}">
      <dgm:prSet/>
      <dgm:spPr/>
      <dgm:t>
        <a:bodyPr/>
        <a:lstStyle/>
        <a:p>
          <a:r>
            <a:rPr lang="en-GB"/>
            <a:t>A decrease in productivity</a:t>
          </a:r>
          <a:endParaRPr lang="en-US"/>
        </a:p>
      </dgm:t>
    </dgm:pt>
    <dgm:pt modelId="{E07E6F77-D761-4F7F-BE9C-B3584280CECB}" type="sibTrans" cxnId="{112B1F77-58EF-49D9-BE56-D90FA936A241}">
      <dgm:prSet/>
      <dgm:spPr/>
      <dgm:t>
        <a:bodyPr/>
        <a:lstStyle/>
        <a:p>
          <a:endParaRPr lang="en-US"/>
        </a:p>
      </dgm:t>
    </dgm:pt>
    <dgm:pt modelId="{A09E5BDE-2734-4C81-AFE2-FB30E71D1429}" type="parTrans" cxnId="{112B1F77-58EF-49D9-BE56-D90FA936A241}">
      <dgm:prSet/>
      <dgm:spPr/>
      <dgm:t>
        <a:bodyPr/>
        <a:lstStyle/>
        <a:p>
          <a:endParaRPr lang="en-US"/>
        </a:p>
      </dgm:t>
    </dgm:pt>
    <dgm:pt modelId="{94428CE1-8B8B-4D7C-B575-4B6004F03ECF}">
      <dgm:prSet/>
      <dgm:spPr/>
      <dgm:t>
        <a:bodyPr/>
        <a:lstStyle/>
        <a:p>
          <a:r>
            <a:rPr lang="en-GB"/>
            <a:t>Supply chain problems</a:t>
          </a:r>
          <a:endParaRPr lang="en-US"/>
        </a:p>
      </dgm:t>
    </dgm:pt>
    <dgm:pt modelId="{74DF0C3F-BC79-45D8-9BE9-AAE6238ED526}" type="sibTrans" cxnId="{69F5DD2D-6CE1-4D8F-A5BF-F1C272C06E86}">
      <dgm:prSet/>
      <dgm:spPr/>
      <dgm:t>
        <a:bodyPr/>
        <a:lstStyle/>
        <a:p>
          <a:endParaRPr lang="en-US"/>
        </a:p>
      </dgm:t>
    </dgm:pt>
    <dgm:pt modelId="{7D850C82-20F7-4A7C-8D06-ECE7B222259E}" type="parTrans" cxnId="{69F5DD2D-6CE1-4D8F-A5BF-F1C272C06E86}">
      <dgm:prSet/>
      <dgm:spPr/>
      <dgm:t>
        <a:bodyPr/>
        <a:lstStyle/>
        <a:p>
          <a:endParaRPr lang="en-US"/>
        </a:p>
      </dgm:t>
    </dgm:pt>
    <dgm:pt modelId="{1D631A12-0217-4011-B3DB-589FACE9DCA9}" type="pres">
      <dgm:prSet presAssocID="{E36518C5-07C4-418D-B050-7194929A3243}" presName="theList" presStyleCnt="0">
        <dgm:presLayoutVars>
          <dgm:dir/>
          <dgm:animLvl val="lvl"/>
          <dgm:resizeHandles val="exact"/>
        </dgm:presLayoutVars>
      </dgm:prSet>
      <dgm:spPr/>
    </dgm:pt>
    <dgm:pt modelId="{B8B401B4-D362-4692-B6DC-D0ECDA7F96B4}" type="pres">
      <dgm:prSet presAssocID="{C7498C4E-3C0C-48E8-B3EC-E7B464FC79BD}" presName="compNode" presStyleCnt="0"/>
      <dgm:spPr/>
    </dgm:pt>
    <dgm:pt modelId="{2C61C31E-3C19-4DA4-990B-2984C0A959AC}" type="pres">
      <dgm:prSet presAssocID="{C7498C4E-3C0C-48E8-B3EC-E7B464FC79BD}" presName="noGeometry" presStyleCnt="0"/>
      <dgm:spPr/>
    </dgm:pt>
    <dgm:pt modelId="{32194145-F550-4A2E-B3D3-3F86AA29D687}" type="pres">
      <dgm:prSet presAssocID="{C7498C4E-3C0C-48E8-B3EC-E7B464FC79BD}" presName="childTextVisible" presStyleLbl="bgAccFollowNode1" presStyleIdx="0" presStyleCnt="2">
        <dgm:presLayoutVars>
          <dgm:bulletEnabled val="1"/>
        </dgm:presLayoutVars>
      </dgm:prSet>
      <dgm:spPr/>
    </dgm:pt>
    <dgm:pt modelId="{18451920-6E2C-4DF2-98A1-88EA8A43AA4B}" type="pres">
      <dgm:prSet presAssocID="{C7498C4E-3C0C-48E8-B3EC-E7B464FC79BD}" presName="childTextHidden" presStyleLbl="bgAccFollowNode1" presStyleIdx="0" presStyleCnt="2"/>
      <dgm:spPr/>
    </dgm:pt>
    <dgm:pt modelId="{A7321EC1-A356-4F7D-A159-02481029F8E5}" type="pres">
      <dgm:prSet presAssocID="{C7498C4E-3C0C-48E8-B3EC-E7B464FC79BD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8E9B5F26-4B3F-40D3-8372-B72B0029BBDD}" type="pres">
      <dgm:prSet presAssocID="{C7498C4E-3C0C-48E8-B3EC-E7B464FC79BD}" presName="aSpace" presStyleCnt="0"/>
      <dgm:spPr/>
    </dgm:pt>
    <dgm:pt modelId="{BEC58009-1CCA-4E56-82BD-CCB50801B9B2}" type="pres">
      <dgm:prSet presAssocID="{4F3EBE75-3B5C-43F8-B169-23AE52CA3393}" presName="compNode" presStyleCnt="0"/>
      <dgm:spPr/>
    </dgm:pt>
    <dgm:pt modelId="{B56F5370-AD24-4877-BAC3-0973DE2EC788}" type="pres">
      <dgm:prSet presAssocID="{4F3EBE75-3B5C-43F8-B169-23AE52CA3393}" presName="noGeometry" presStyleCnt="0"/>
      <dgm:spPr/>
    </dgm:pt>
    <dgm:pt modelId="{DF9CE570-6A03-4A05-9924-FB2551601C1D}" type="pres">
      <dgm:prSet presAssocID="{4F3EBE75-3B5C-43F8-B169-23AE52CA3393}" presName="childTextVisible" presStyleLbl="bgAccFollowNode1" presStyleIdx="1" presStyleCnt="2">
        <dgm:presLayoutVars>
          <dgm:bulletEnabled val="1"/>
        </dgm:presLayoutVars>
      </dgm:prSet>
      <dgm:spPr/>
    </dgm:pt>
    <dgm:pt modelId="{27F981F3-6BC6-4F6E-BAEF-864806C72BC6}" type="pres">
      <dgm:prSet presAssocID="{4F3EBE75-3B5C-43F8-B169-23AE52CA3393}" presName="childTextHidden" presStyleLbl="bgAccFollowNode1" presStyleIdx="1" presStyleCnt="2"/>
      <dgm:spPr/>
    </dgm:pt>
    <dgm:pt modelId="{E9CA4031-B1EA-4EB1-96BC-E965E678B02E}" type="pres">
      <dgm:prSet presAssocID="{4F3EBE75-3B5C-43F8-B169-23AE52CA3393}" presName="parentText" presStyleLbl="node1" presStyleIdx="1" presStyleCnt="2">
        <dgm:presLayoutVars>
          <dgm:chMax val="1"/>
          <dgm:bulletEnabled val="1"/>
        </dgm:presLayoutVars>
      </dgm:prSet>
      <dgm:spPr/>
    </dgm:pt>
  </dgm:ptLst>
  <dgm:cxnLst>
    <dgm:cxn modelId="{0DF6B712-2F48-454E-92E6-CDB86FA835DA}" type="presOf" srcId="{2CD9B3C8-76FC-46E8-A40C-D093F8558600}" destId="{32194145-F550-4A2E-B3D3-3F86AA29D687}" srcOrd="0" destOrd="3" presId="urn:microsoft.com/office/officeart/2005/8/layout/hProcess6"/>
    <dgm:cxn modelId="{1EE5C017-77BD-45E0-9F57-4CE736152720}" type="presOf" srcId="{29D16812-CF71-4DB1-84AB-09E1F91BE022}" destId="{DF9CE570-6A03-4A05-9924-FB2551601C1D}" srcOrd="0" destOrd="1" presId="urn:microsoft.com/office/officeart/2005/8/layout/hProcess6"/>
    <dgm:cxn modelId="{BE2C2A2A-2C59-4F11-BB88-788B92215F2F}" type="presOf" srcId="{76E7CDC8-940D-4D7C-9AA4-73189F6024EA}" destId="{32194145-F550-4A2E-B3D3-3F86AA29D687}" srcOrd="0" destOrd="2" presId="urn:microsoft.com/office/officeart/2005/8/layout/hProcess6"/>
    <dgm:cxn modelId="{F780F12A-8842-4CAB-9654-E7E790B05066}" type="presOf" srcId="{BFC54784-187C-4E05-831D-FE77FA9B97B6}" destId="{18451920-6E2C-4DF2-98A1-88EA8A43AA4B}" srcOrd="1" destOrd="0" presId="urn:microsoft.com/office/officeart/2005/8/layout/hProcess6"/>
    <dgm:cxn modelId="{69F5DD2D-6CE1-4D8F-A5BF-F1C272C06E86}" srcId="{4F3EBE75-3B5C-43F8-B169-23AE52CA3393}" destId="{94428CE1-8B8B-4D7C-B575-4B6004F03ECF}" srcOrd="3" destOrd="0" parTransId="{7D850C82-20F7-4A7C-8D06-ECE7B222259E}" sibTransId="{74DF0C3F-BC79-45D8-9BE9-AAE6238ED526}"/>
    <dgm:cxn modelId="{3B831345-71C2-468C-B491-488DD864B65E}" type="presOf" srcId="{83352CD1-75BC-4A8F-9E37-61FA4553ECD2}" destId="{18451920-6E2C-4DF2-98A1-88EA8A43AA4B}" srcOrd="1" destOrd="1" presId="urn:microsoft.com/office/officeart/2005/8/layout/hProcess6"/>
    <dgm:cxn modelId="{E6CCC36B-53B3-49F1-BA18-21002460E28E}" type="presOf" srcId="{E36518C5-07C4-418D-B050-7194929A3243}" destId="{1D631A12-0217-4011-B3DB-589FACE9DCA9}" srcOrd="0" destOrd="0" presId="urn:microsoft.com/office/officeart/2005/8/layout/hProcess6"/>
    <dgm:cxn modelId="{B423D952-6519-4C4B-BE0C-287E0898C780}" srcId="{C7498C4E-3C0C-48E8-B3EC-E7B464FC79BD}" destId="{76E7CDC8-940D-4D7C-9AA4-73189F6024EA}" srcOrd="2" destOrd="0" parTransId="{C2128AAF-D57F-44C6-8C8D-880DE92C57A2}" sibTransId="{7B9FDEC4-A2CE-47A1-9B5A-ACF953DE0317}"/>
    <dgm:cxn modelId="{C8C77355-40A0-4B56-B037-0CFDF89BFC74}" srcId="{C7498C4E-3C0C-48E8-B3EC-E7B464FC79BD}" destId="{2CD9B3C8-76FC-46E8-A40C-D093F8558600}" srcOrd="3" destOrd="0" parTransId="{203DFB01-71AC-492C-8095-284C6C63FF8D}" sibTransId="{E519A787-FAC0-43F3-80CC-D563BE86A1EF}"/>
    <dgm:cxn modelId="{3E29C075-29FC-4CCC-BEE5-47EC38347165}" srcId="{E36518C5-07C4-418D-B050-7194929A3243}" destId="{C7498C4E-3C0C-48E8-B3EC-E7B464FC79BD}" srcOrd="0" destOrd="0" parTransId="{9C6935AE-DDCA-4335-86D0-725B528A584A}" sibTransId="{4C8CFC31-B129-4B6F-8FE1-4A1FB5295A37}"/>
    <dgm:cxn modelId="{112B1F77-58EF-49D9-BE56-D90FA936A241}" srcId="{4F3EBE75-3B5C-43F8-B169-23AE52CA3393}" destId="{3C3369A8-F013-4D41-B9B0-B1EDCC46F86C}" srcOrd="2" destOrd="0" parTransId="{A09E5BDE-2734-4C81-AFE2-FB30E71D1429}" sibTransId="{E07E6F77-D761-4F7F-BE9C-B3584280CECB}"/>
    <dgm:cxn modelId="{EBA13757-AF02-426A-97E4-C8E390AD8C14}" type="presOf" srcId="{3C3369A8-F013-4D41-B9B0-B1EDCC46F86C}" destId="{27F981F3-6BC6-4F6E-BAEF-864806C72BC6}" srcOrd="1" destOrd="2" presId="urn:microsoft.com/office/officeart/2005/8/layout/hProcess6"/>
    <dgm:cxn modelId="{A60C4E7B-2868-4789-B864-1CC5B81FC88E}" type="presOf" srcId="{C7498C4E-3C0C-48E8-B3EC-E7B464FC79BD}" destId="{A7321EC1-A356-4F7D-A159-02481029F8E5}" srcOrd="0" destOrd="0" presId="urn:microsoft.com/office/officeart/2005/8/layout/hProcess6"/>
    <dgm:cxn modelId="{65F40D7F-5A33-4718-AE75-E81E9606FA00}" type="presOf" srcId="{E185DA22-E764-46C6-BF8D-B18CE7929DEB}" destId="{27F981F3-6BC6-4F6E-BAEF-864806C72BC6}" srcOrd="1" destOrd="0" presId="urn:microsoft.com/office/officeart/2005/8/layout/hProcess6"/>
    <dgm:cxn modelId="{0CE9E780-F3C5-4446-86F8-A13992292CF5}" type="presOf" srcId="{4F3EBE75-3B5C-43F8-B169-23AE52CA3393}" destId="{E9CA4031-B1EA-4EB1-96BC-E965E678B02E}" srcOrd="0" destOrd="0" presId="urn:microsoft.com/office/officeart/2005/8/layout/hProcess6"/>
    <dgm:cxn modelId="{69352696-F3BB-4920-945D-74F496FD335B}" type="presOf" srcId="{3C3369A8-F013-4D41-B9B0-B1EDCC46F86C}" destId="{DF9CE570-6A03-4A05-9924-FB2551601C1D}" srcOrd="0" destOrd="2" presId="urn:microsoft.com/office/officeart/2005/8/layout/hProcess6"/>
    <dgm:cxn modelId="{976A869A-BDC4-4F7A-AB0F-C08144834128}" type="presOf" srcId="{94428CE1-8B8B-4D7C-B575-4B6004F03ECF}" destId="{27F981F3-6BC6-4F6E-BAEF-864806C72BC6}" srcOrd="1" destOrd="3" presId="urn:microsoft.com/office/officeart/2005/8/layout/hProcess6"/>
    <dgm:cxn modelId="{8A28279B-CD84-4DAC-AF2C-38818005BD6B}" type="presOf" srcId="{BFC54784-187C-4E05-831D-FE77FA9B97B6}" destId="{32194145-F550-4A2E-B3D3-3F86AA29D687}" srcOrd="0" destOrd="0" presId="urn:microsoft.com/office/officeart/2005/8/layout/hProcess6"/>
    <dgm:cxn modelId="{E55EB1AD-4829-4826-B0EC-FB734443D7C0}" srcId="{C7498C4E-3C0C-48E8-B3EC-E7B464FC79BD}" destId="{83352CD1-75BC-4A8F-9E37-61FA4553ECD2}" srcOrd="1" destOrd="0" parTransId="{87AF045E-87E1-4EA3-9344-67F0692282F9}" sibTransId="{4A641810-844D-4C68-B36B-8B8FA611B8D2}"/>
    <dgm:cxn modelId="{87625DC1-08EB-477E-B97D-7BD0D8B990AF}" type="presOf" srcId="{76E7CDC8-940D-4D7C-9AA4-73189F6024EA}" destId="{18451920-6E2C-4DF2-98A1-88EA8A43AA4B}" srcOrd="1" destOrd="2" presId="urn:microsoft.com/office/officeart/2005/8/layout/hProcess6"/>
    <dgm:cxn modelId="{BD0A35C2-8CCE-4715-8910-61EEBF6B70AD}" srcId="{C7498C4E-3C0C-48E8-B3EC-E7B464FC79BD}" destId="{BFC54784-187C-4E05-831D-FE77FA9B97B6}" srcOrd="0" destOrd="0" parTransId="{63D294E2-6AF9-43FA-89BE-6EB4F219B8EE}" sibTransId="{863B6C57-2CA3-4533-A48C-1D6EC543FEB0}"/>
    <dgm:cxn modelId="{617AD4C3-09BB-43EF-ADBE-128F2D1E0969}" type="presOf" srcId="{29D16812-CF71-4DB1-84AB-09E1F91BE022}" destId="{27F981F3-6BC6-4F6E-BAEF-864806C72BC6}" srcOrd="1" destOrd="1" presId="urn:microsoft.com/office/officeart/2005/8/layout/hProcess6"/>
    <dgm:cxn modelId="{A4F77AC5-4800-49A3-AEF6-BD3E7426F31B}" type="presOf" srcId="{94428CE1-8B8B-4D7C-B575-4B6004F03ECF}" destId="{DF9CE570-6A03-4A05-9924-FB2551601C1D}" srcOrd="0" destOrd="3" presId="urn:microsoft.com/office/officeart/2005/8/layout/hProcess6"/>
    <dgm:cxn modelId="{7D67ECC8-555C-4FA4-A5B0-BBF835B2CA24}" srcId="{E36518C5-07C4-418D-B050-7194929A3243}" destId="{4F3EBE75-3B5C-43F8-B169-23AE52CA3393}" srcOrd="1" destOrd="0" parTransId="{517B289A-D6C9-46BD-8D97-43B1EED47077}" sibTransId="{4EAD71ED-357D-4D28-AA61-82DDF45DFB26}"/>
    <dgm:cxn modelId="{038C42C9-9ECD-4BFB-A9AB-C7B7917FF1F6}" type="presOf" srcId="{E185DA22-E764-46C6-BF8D-B18CE7929DEB}" destId="{DF9CE570-6A03-4A05-9924-FB2551601C1D}" srcOrd="0" destOrd="0" presId="urn:microsoft.com/office/officeart/2005/8/layout/hProcess6"/>
    <dgm:cxn modelId="{F09315DB-DA17-4417-B88A-130F3E6A3C16}" type="presOf" srcId="{83352CD1-75BC-4A8F-9E37-61FA4553ECD2}" destId="{32194145-F550-4A2E-B3D3-3F86AA29D687}" srcOrd="0" destOrd="1" presId="urn:microsoft.com/office/officeart/2005/8/layout/hProcess6"/>
    <dgm:cxn modelId="{5B4C01EA-07AF-4278-AB2C-380D39D73131}" srcId="{4F3EBE75-3B5C-43F8-B169-23AE52CA3393}" destId="{E185DA22-E764-46C6-BF8D-B18CE7929DEB}" srcOrd="0" destOrd="0" parTransId="{B8D515DA-CD3F-4DF6-B15F-29AD697D8C01}" sibTransId="{315268ED-4B94-4296-AFC4-EDEF17271257}"/>
    <dgm:cxn modelId="{1C7551F8-018E-437B-BE95-983AF6582289}" type="presOf" srcId="{2CD9B3C8-76FC-46E8-A40C-D093F8558600}" destId="{18451920-6E2C-4DF2-98A1-88EA8A43AA4B}" srcOrd="1" destOrd="3" presId="urn:microsoft.com/office/officeart/2005/8/layout/hProcess6"/>
    <dgm:cxn modelId="{8E220AFB-5A00-4C8B-90BC-852CB8C7B537}" srcId="{4F3EBE75-3B5C-43F8-B169-23AE52CA3393}" destId="{29D16812-CF71-4DB1-84AB-09E1F91BE022}" srcOrd="1" destOrd="0" parTransId="{461AEDA7-C9EA-4079-82AF-FE6B4C1DF1FA}" sibTransId="{661583B9-1013-4AAF-8BF6-DF688A6FC32E}"/>
    <dgm:cxn modelId="{FBB09282-8B9B-40C1-B9FB-83C846771F5B}" type="presParOf" srcId="{1D631A12-0217-4011-B3DB-589FACE9DCA9}" destId="{B8B401B4-D362-4692-B6DC-D0ECDA7F96B4}" srcOrd="0" destOrd="0" presId="urn:microsoft.com/office/officeart/2005/8/layout/hProcess6"/>
    <dgm:cxn modelId="{635C0685-5CD1-4493-B142-8D6CBBC32E1F}" type="presParOf" srcId="{B8B401B4-D362-4692-B6DC-D0ECDA7F96B4}" destId="{2C61C31E-3C19-4DA4-990B-2984C0A959AC}" srcOrd="0" destOrd="0" presId="urn:microsoft.com/office/officeart/2005/8/layout/hProcess6"/>
    <dgm:cxn modelId="{3BB07CE9-AA02-4134-AD2B-4D7C4745868F}" type="presParOf" srcId="{B8B401B4-D362-4692-B6DC-D0ECDA7F96B4}" destId="{32194145-F550-4A2E-B3D3-3F86AA29D687}" srcOrd="1" destOrd="0" presId="urn:microsoft.com/office/officeart/2005/8/layout/hProcess6"/>
    <dgm:cxn modelId="{A86AC2D7-1714-48E5-9E0C-AF6C694FE28F}" type="presParOf" srcId="{B8B401B4-D362-4692-B6DC-D0ECDA7F96B4}" destId="{18451920-6E2C-4DF2-98A1-88EA8A43AA4B}" srcOrd="2" destOrd="0" presId="urn:microsoft.com/office/officeart/2005/8/layout/hProcess6"/>
    <dgm:cxn modelId="{F2627CEF-1621-4FAC-B399-919E3F99A788}" type="presParOf" srcId="{B8B401B4-D362-4692-B6DC-D0ECDA7F96B4}" destId="{A7321EC1-A356-4F7D-A159-02481029F8E5}" srcOrd="3" destOrd="0" presId="urn:microsoft.com/office/officeart/2005/8/layout/hProcess6"/>
    <dgm:cxn modelId="{5FF7D674-2BD5-45B8-8B94-4C05C2FB5B3A}" type="presParOf" srcId="{1D631A12-0217-4011-B3DB-589FACE9DCA9}" destId="{8E9B5F26-4B3F-40D3-8372-B72B0029BBDD}" srcOrd="1" destOrd="0" presId="urn:microsoft.com/office/officeart/2005/8/layout/hProcess6"/>
    <dgm:cxn modelId="{C1EAE8B2-F081-4EF8-B846-6C81BC3AED1F}" type="presParOf" srcId="{1D631A12-0217-4011-B3DB-589FACE9DCA9}" destId="{BEC58009-1CCA-4E56-82BD-CCB50801B9B2}" srcOrd="2" destOrd="0" presId="urn:microsoft.com/office/officeart/2005/8/layout/hProcess6"/>
    <dgm:cxn modelId="{7E52BDD6-4570-4DFF-8849-C5A72EBF582A}" type="presParOf" srcId="{BEC58009-1CCA-4E56-82BD-CCB50801B9B2}" destId="{B56F5370-AD24-4877-BAC3-0973DE2EC788}" srcOrd="0" destOrd="0" presId="urn:microsoft.com/office/officeart/2005/8/layout/hProcess6"/>
    <dgm:cxn modelId="{A20B647D-7933-45A6-B13B-CFC537BACE1D}" type="presParOf" srcId="{BEC58009-1CCA-4E56-82BD-CCB50801B9B2}" destId="{DF9CE570-6A03-4A05-9924-FB2551601C1D}" srcOrd="1" destOrd="0" presId="urn:microsoft.com/office/officeart/2005/8/layout/hProcess6"/>
    <dgm:cxn modelId="{26D6BE18-3672-45A3-8FFC-670843C1A7D1}" type="presParOf" srcId="{BEC58009-1CCA-4E56-82BD-CCB50801B9B2}" destId="{27F981F3-6BC6-4F6E-BAEF-864806C72BC6}" srcOrd="2" destOrd="0" presId="urn:microsoft.com/office/officeart/2005/8/layout/hProcess6"/>
    <dgm:cxn modelId="{F0778963-FA60-4AA2-95EB-678125B7D1E4}" type="presParOf" srcId="{BEC58009-1CCA-4E56-82BD-CCB50801B9B2}" destId="{E9CA4031-B1EA-4EB1-96BC-E965E678B02E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4C220ED-FFFD-4A50-9EF7-E9CE34603AED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EEDF831-545C-4D38-B93C-818153BF0183}">
      <dgm:prSet/>
      <dgm:spPr/>
      <dgm:t>
        <a:bodyPr/>
        <a:lstStyle/>
        <a:p>
          <a:pPr>
            <a:defRPr cap="all"/>
          </a:pPr>
          <a:r>
            <a:rPr lang="en-GB" dirty="0"/>
            <a:t>Taking data off premise to Microsoft Azure</a:t>
          </a:r>
          <a:endParaRPr lang="en-US" dirty="0"/>
        </a:p>
      </dgm:t>
    </dgm:pt>
    <dgm:pt modelId="{44A9BA24-FB4F-42BC-86DE-7905AE217CA4}" type="parTrans" cxnId="{4333F20A-713F-420D-9CB8-647194493959}">
      <dgm:prSet/>
      <dgm:spPr/>
      <dgm:t>
        <a:bodyPr/>
        <a:lstStyle/>
        <a:p>
          <a:endParaRPr lang="en-US"/>
        </a:p>
      </dgm:t>
    </dgm:pt>
    <dgm:pt modelId="{5303FAF2-4584-46E1-A506-8C6DFFC7A43B}" type="sibTrans" cxnId="{4333F20A-713F-420D-9CB8-647194493959}">
      <dgm:prSet/>
      <dgm:spPr/>
      <dgm:t>
        <a:bodyPr/>
        <a:lstStyle/>
        <a:p>
          <a:endParaRPr lang="en-US"/>
        </a:p>
      </dgm:t>
    </dgm:pt>
    <dgm:pt modelId="{A8383B57-710A-47A6-A6FF-5F7677C3D272}">
      <dgm:prSet/>
      <dgm:spPr/>
      <dgm:t>
        <a:bodyPr/>
        <a:lstStyle/>
        <a:p>
          <a:pPr>
            <a:defRPr cap="all"/>
          </a:pPr>
          <a:r>
            <a:rPr lang="en-GB"/>
            <a:t>Introduce the IoT hub- The “eyes an ears” of the factory</a:t>
          </a:r>
          <a:endParaRPr lang="en-US"/>
        </a:p>
      </dgm:t>
    </dgm:pt>
    <dgm:pt modelId="{2989B464-9C52-4DE4-AE9B-796FF9674D27}" type="parTrans" cxnId="{76998118-74BE-4A63-B3A3-9E6A5DE3B29A}">
      <dgm:prSet/>
      <dgm:spPr/>
      <dgm:t>
        <a:bodyPr/>
        <a:lstStyle/>
        <a:p>
          <a:endParaRPr lang="en-US"/>
        </a:p>
      </dgm:t>
    </dgm:pt>
    <dgm:pt modelId="{1A289C35-FF68-4040-ABCA-48240865B793}" type="sibTrans" cxnId="{76998118-74BE-4A63-B3A3-9E6A5DE3B29A}">
      <dgm:prSet/>
      <dgm:spPr/>
      <dgm:t>
        <a:bodyPr/>
        <a:lstStyle/>
        <a:p>
          <a:endParaRPr lang="en-US"/>
        </a:p>
      </dgm:t>
    </dgm:pt>
    <dgm:pt modelId="{A5FD575C-FEC4-42D6-8BF5-5A6412F4B336}">
      <dgm:prSet/>
      <dgm:spPr/>
      <dgm:t>
        <a:bodyPr/>
        <a:lstStyle/>
        <a:p>
          <a:pPr>
            <a:defRPr cap="all"/>
          </a:pPr>
          <a:r>
            <a:rPr lang="en-GB"/>
            <a:t>Power BI- A clear dashboard for all</a:t>
          </a:r>
          <a:endParaRPr lang="en-US"/>
        </a:p>
      </dgm:t>
    </dgm:pt>
    <dgm:pt modelId="{5407E6C5-1D7A-4042-9F4C-DFEEFE085D3A}" type="parTrans" cxnId="{4CB08E36-638E-442B-BBD6-CF4EEE0EBD89}">
      <dgm:prSet/>
      <dgm:spPr/>
      <dgm:t>
        <a:bodyPr/>
        <a:lstStyle/>
        <a:p>
          <a:endParaRPr lang="en-US"/>
        </a:p>
      </dgm:t>
    </dgm:pt>
    <dgm:pt modelId="{DB4D5C33-C6C6-42C1-99D7-6544190EA43B}" type="sibTrans" cxnId="{4CB08E36-638E-442B-BBD6-CF4EEE0EBD89}">
      <dgm:prSet/>
      <dgm:spPr/>
      <dgm:t>
        <a:bodyPr/>
        <a:lstStyle/>
        <a:p>
          <a:endParaRPr lang="en-US"/>
        </a:p>
      </dgm:t>
    </dgm:pt>
    <dgm:pt modelId="{09152028-83E1-459E-993C-1C1852E8C546}">
      <dgm:prSet/>
      <dgm:spPr/>
      <dgm:t>
        <a:bodyPr/>
        <a:lstStyle/>
        <a:p>
          <a:pPr>
            <a:defRPr cap="all"/>
          </a:pPr>
          <a:r>
            <a:rPr lang="en-GB"/>
            <a:t>Power automate- the online worker who never forgets</a:t>
          </a:r>
          <a:endParaRPr lang="en-US"/>
        </a:p>
      </dgm:t>
    </dgm:pt>
    <dgm:pt modelId="{33CF316F-6DAE-4F0B-8A3B-7288E4015A71}" type="parTrans" cxnId="{5D4D023E-8DC9-422A-9406-A47EC1FF847E}">
      <dgm:prSet/>
      <dgm:spPr/>
      <dgm:t>
        <a:bodyPr/>
        <a:lstStyle/>
        <a:p>
          <a:endParaRPr lang="en-US"/>
        </a:p>
      </dgm:t>
    </dgm:pt>
    <dgm:pt modelId="{3D27F258-AC5E-4228-ABD5-28AF854B9F3D}" type="sibTrans" cxnId="{5D4D023E-8DC9-422A-9406-A47EC1FF847E}">
      <dgm:prSet/>
      <dgm:spPr/>
      <dgm:t>
        <a:bodyPr/>
        <a:lstStyle/>
        <a:p>
          <a:endParaRPr lang="en-US"/>
        </a:p>
      </dgm:t>
    </dgm:pt>
    <dgm:pt modelId="{51BC1F2E-42EA-4605-90B3-4E5165019538}">
      <dgm:prSet/>
      <dgm:spPr/>
      <dgm:t>
        <a:bodyPr/>
        <a:lstStyle/>
        <a:p>
          <a:pPr>
            <a:defRPr cap="all"/>
          </a:pPr>
          <a:r>
            <a:rPr lang="en-GB"/>
            <a:t>Teams + co-pilot- Communication made easy</a:t>
          </a:r>
          <a:endParaRPr lang="en-US"/>
        </a:p>
      </dgm:t>
    </dgm:pt>
    <dgm:pt modelId="{700D9B16-A6D5-49CF-B705-E3C9878C93EF}" type="parTrans" cxnId="{C02F1712-3ADB-4E52-A949-821B948986A7}">
      <dgm:prSet/>
      <dgm:spPr/>
      <dgm:t>
        <a:bodyPr/>
        <a:lstStyle/>
        <a:p>
          <a:endParaRPr lang="en-US"/>
        </a:p>
      </dgm:t>
    </dgm:pt>
    <dgm:pt modelId="{3B6AACF1-A593-4B33-92AE-2FBFBC921BB0}" type="sibTrans" cxnId="{C02F1712-3ADB-4E52-A949-821B948986A7}">
      <dgm:prSet/>
      <dgm:spPr/>
      <dgm:t>
        <a:bodyPr/>
        <a:lstStyle/>
        <a:p>
          <a:endParaRPr lang="en-US"/>
        </a:p>
      </dgm:t>
    </dgm:pt>
    <dgm:pt modelId="{6417E14B-C128-4224-AA07-5BB8B4CBF971}" type="pres">
      <dgm:prSet presAssocID="{54C220ED-FFFD-4A50-9EF7-E9CE34603AED}" presName="linear" presStyleCnt="0">
        <dgm:presLayoutVars>
          <dgm:animLvl val="lvl"/>
          <dgm:resizeHandles val="exact"/>
        </dgm:presLayoutVars>
      </dgm:prSet>
      <dgm:spPr/>
    </dgm:pt>
    <dgm:pt modelId="{20936AA7-A699-4F35-AE91-19200E102744}" type="pres">
      <dgm:prSet presAssocID="{AEEDF831-545C-4D38-B93C-818153BF018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A93BEE9-75A4-47FC-9B13-E377248F4EE9}" type="pres">
      <dgm:prSet presAssocID="{5303FAF2-4584-46E1-A506-8C6DFFC7A43B}" presName="spacer" presStyleCnt="0"/>
      <dgm:spPr/>
    </dgm:pt>
    <dgm:pt modelId="{30DD087B-19B4-4264-A82E-1CADBAFCCC1C}" type="pres">
      <dgm:prSet presAssocID="{A8383B57-710A-47A6-A6FF-5F7677C3D27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0A0F3C5-E05D-442C-8BD8-C917B5D9280E}" type="pres">
      <dgm:prSet presAssocID="{1A289C35-FF68-4040-ABCA-48240865B793}" presName="spacer" presStyleCnt="0"/>
      <dgm:spPr/>
    </dgm:pt>
    <dgm:pt modelId="{7C13537A-3B9C-4F14-B791-0F080F51F1EE}" type="pres">
      <dgm:prSet presAssocID="{A5FD575C-FEC4-42D6-8BF5-5A6412F4B33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478D49A-A47C-483E-AFCB-C43B94C9D286}" type="pres">
      <dgm:prSet presAssocID="{DB4D5C33-C6C6-42C1-99D7-6544190EA43B}" presName="spacer" presStyleCnt="0"/>
      <dgm:spPr/>
    </dgm:pt>
    <dgm:pt modelId="{6CD53EBE-39C9-4478-923C-D5E07749C23E}" type="pres">
      <dgm:prSet presAssocID="{09152028-83E1-459E-993C-1C1852E8C54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94BA045-35B4-4DA2-B967-7FA9F2AED22D}" type="pres">
      <dgm:prSet presAssocID="{3D27F258-AC5E-4228-ABD5-28AF854B9F3D}" presName="spacer" presStyleCnt="0"/>
      <dgm:spPr/>
    </dgm:pt>
    <dgm:pt modelId="{2EADA574-EDD8-4248-9F06-9F779532AA6E}" type="pres">
      <dgm:prSet presAssocID="{51BC1F2E-42EA-4605-90B3-4E516501953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333F20A-713F-420D-9CB8-647194493959}" srcId="{54C220ED-FFFD-4A50-9EF7-E9CE34603AED}" destId="{AEEDF831-545C-4D38-B93C-818153BF0183}" srcOrd="0" destOrd="0" parTransId="{44A9BA24-FB4F-42BC-86DE-7905AE217CA4}" sibTransId="{5303FAF2-4584-46E1-A506-8C6DFFC7A43B}"/>
    <dgm:cxn modelId="{C02F1712-3ADB-4E52-A949-821B948986A7}" srcId="{54C220ED-FFFD-4A50-9EF7-E9CE34603AED}" destId="{51BC1F2E-42EA-4605-90B3-4E5165019538}" srcOrd="4" destOrd="0" parTransId="{700D9B16-A6D5-49CF-B705-E3C9878C93EF}" sibTransId="{3B6AACF1-A593-4B33-92AE-2FBFBC921BB0}"/>
    <dgm:cxn modelId="{08D95F18-9F7A-4040-8813-9F38E5BB7265}" type="presOf" srcId="{A5FD575C-FEC4-42D6-8BF5-5A6412F4B336}" destId="{7C13537A-3B9C-4F14-B791-0F080F51F1EE}" srcOrd="0" destOrd="0" presId="urn:microsoft.com/office/officeart/2005/8/layout/vList2"/>
    <dgm:cxn modelId="{76998118-74BE-4A63-B3A3-9E6A5DE3B29A}" srcId="{54C220ED-FFFD-4A50-9EF7-E9CE34603AED}" destId="{A8383B57-710A-47A6-A6FF-5F7677C3D272}" srcOrd="1" destOrd="0" parTransId="{2989B464-9C52-4DE4-AE9B-796FF9674D27}" sibTransId="{1A289C35-FF68-4040-ABCA-48240865B793}"/>
    <dgm:cxn modelId="{64866A1D-F26E-428A-A586-0CA903AD6204}" type="presOf" srcId="{09152028-83E1-459E-993C-1C1852E8C546}" destId="{6CD53EBE-39C9-4478-923C-D5E07749C23E}" srcOrd="0" destOrd="0" presId="urn:microsoft.com/office/officeart/2005/8/layout/vList2"/>
    <dgm:cxn modelId="{7CAD8826-C17E-4BB3-8E2E-4B10808A3B59}" type="presOf" srcId="{A8383B57-710A-47A6-A6FF-5F7677C3D272}" destId="{30DD087B-19B4-4264-A82E-1CADBAFCCC1C}" srcOrd="0" destOrd="0" presId="urn:microsoft.com/office/officeart/2005/8/layout/vList2"/>
    <dgm:cxn modelId="{4CB08E36-638E-442B-BBD6-CF4EEE0EBD89}" srcId="{54C220ED-FFFD-4A50-9EF7-E9CE34603AED}" destId="{A5FD575C-FEC4-42D6-8BF5-5A6412F4B336}" srcOrd="2" destOrd="0" parTransId="{5407E6C5-1D7A-4042-9F4C-DFEEFE085D3A}" sibTransId="{DB4D5C33-C6C6-42C1-99D7-6544190EA43B}"/>
    <dgm:cxn modelId="{5D4D023E-8DC9-422A-9406-A47EC1FF847E}" srcId="{54C220ED-FFFD-4A50-9EF7-E9CE34603AED}" destId="{09152028-83E1-459E-993C-1C1852E8C546}" srcOrd="3" destOrd="0" parTransId="{33CF316F-6DAE-4F0B-8A3B-7288E4015A71}" sibTransId="{3D27F258-AC5E-4228-ABD5-28AF854B9F3D}"/>
    <dgm:cxn modelId="{D52A9569-E9F8-4139-AEA4-6FF4A0FA2175}" type="presOf" srcId="{AEEDF831-545C-4D38-B93C-818153BF0183}" destId="{20936AA7-A699-4F35-AE91-19200E102744}" srcOrd="0" destOrd="0" presId="urn:microsoft.com/office/officeart/2005/8/layout/vList2"/>
    <dgm:cxn modelId="{E000838B-F75D-49AE-8D89-E685A48967FE}" type="presOf" srcId="{54C220ED-FFFD-4A50-9EF7-E9CE34603AED}" destId="{6417E14B-C128-4224-AA07-5BB8B4CBF971}" srcOrd="0" destOrd="0" presId="urn:microsoft.com/office/officeart/2005/8/layout/vList2"/>
    <dgm:cxn modelId="{3BB90DEF-40CF-4C28-A543-E0E4A65FA766}" type="presOf" srcId="{51BC1F2E-42EA-4605-90B3-4E5165019538}" destId="{2EADA574-EDD8-4248-9F06-9F779532AA6E}" srcOrd="0" destOrd="0" presId="urn:microsoft.com/office/officeart/2005/8/layout/vList2"/>
    <dgm:cxn modelId="{CBACE425-FA4C-4F1F-A724-00EEA80B8409}" type="presParOf" srcId="{6417E14B-C128-4224-AA07-5BB8B4CBF971}" destId="{20936AA7-A699-4F35-AE91-19200E102744}" srcOrd="0" destOrd="0" presId="urn:microsoft.com/office/officeart/2005/8/layout/vList2"/>
    <dgm:cxn modelId="{CD8638D0-1D32-4237-A7E2-2A5764A3BEC8}" type="presParOf" srcId="{6417E14B-C128-4224-AA07-5BB8B4CBF971}" destId="{9A93BEE9-75A4-47FC-9B13-E377248F4EE9}" srcOrd="1" destOrd="0" presId="urn:microsoft.com/office/officeart/2005/8/layout/vList2"/>
    <dgm:cxn modelId="{09ADDE17-A928-417B-9884-4723560D02AC}" type="presParOf" srcId="{6417E14B-C128-4224-AA07-5BB8B4CBF971}" destId="{30DD087B-19B4-4264-A82E-1CADBAFCCC1C}" srcOrd="2" destOrd="0" presId="urn:microsoft.com/office/officeart/2005/8/layout/vList2"/>
    <dgm:cxn modelId="{8D1533D9-D318-482A-86CB-608C68CDEFFA}" type="presParOf" srcId="{6417E14B-C128-4224-AA07-5BB8B4CBF971}" destId="{60A0F3C5-E05D-442C-8BD8-C917B5D9280E}" srcOrd="3" destOrd="0" presId="urn:microsoft.com/office/officeart/2005/8/layout/vList2"/>
    <dgm:cxn modelId="{498D61AF-FC1C-47D3-9B07-E57CB315AF53}" type="presParOf" srcId="{6417E14B-C128-4224-AA07-5BB8B4CBF971}" destId="{7C13537A-3B9C-4F14-B791-0F080F51F1EE}" srcOrd="4" destOrd="0" presId="urn:microsoft.com/office/officeart/2005/8/layout/vList2"/>
    <dgm:cxn modelId="{A603E0D8-9AEA-41D1-B1B5-BC288F2752C6}" type="presParOf" srcId="{6417E14B-C128-4224-AA07-5BB8B4CBF971}" destId="{5478D49A-A47C-483E-AFCB-C43B94C9D286}" srcOrd="5" destOrd="0" presId="urn:microsoft.com/office/officeart/2005/8/layout/vList2"/>
    <dgm:cxn modelId="{E2B46CCE-D6BC-4F13-8D19-C0B352D4FD27}" type="presParOf" srcId="{6417E14B-C128-4224-AA07-5BB8B4CBF971}" destId="{6CD53EBE-39C9-4478-923C-D5E07749C23E}" srcOrd="6" destOrd="0" presId="urn:microsoft.com/office/officeart/2005/8/layout/vList2"/>
    <dgm:cxn modelId="{A1B56F4C-AE9C-453E-AAE3-BD46D3E9B7AE}" type="presParOf" srcId="{6417E14B-C128-4224-AA07-5BB8B4CBF971}" destId="{594BA045-35B4-4DA2-B967-7FA9F2AED22D}" srcOrd="7" destOrd="0" presId="urn:microsoft.com/office/officeart/2005/8/layout/vList2"/>
    <dgm:cxn modelId="{C0523AB1-966D-4FCE-A98F-9A03605D8A00}" type="presParOf" srcId="{6417E14B-C128-4224-AA07-5BB8B4CBF971}" destId="{2EADA574-EDD8-4248-9F06-9F779532AA6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7198D79-59D6-47A9-AF76-AD8251FD6CB9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F24FDF3-46E9-4BFB-B509-4DB958125269}">
      <dgm:prSet/>
      <dgm:spPr/>
      <dgm:t>
        <a:bodyPr/>
        <a:lstStyle/>
        <a:p>
          <a:r>
            <a:rPr lang="en-GB"/>
            <a:t>Set up a meeting demoing all of the tools to get a better understanding</a:t>
          </a:r>
          <a:endParaRPr lang="en-US"/>
        </a:p>
      </dgm:t>
    </dgm:pt>
    <dgm:pt modelId="{9E935DC1-31F3-46E5-9A2A-064E602FF16F}" type="parTrans" cxnId="{9E6182E0-7980-4AA7-9FC4-FBBCB1112565}">
      <dgm:prSet/>
      <dgm:spPr/>
      <dgm:t>
        <a:bodyPr/>
        <a:lstStyle/>
        <a:p>
          <a:endParaRPr lang="en-US"/>
        </a:p>
      </dgm:t>
    </dgm:pt>
    <dgm:pt modelId="{90CAFC97-F17E-46FE-BADC-FDD829159BEE}" type="sibTrans" cxnId="{9E6182E0-7980-4AA7-9FC4-FBBCB1112565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E4886262-57DD-4E38-A468-03391FD38667}">
      <dgm:prSet/>
      <dgm:spPr/>
      <dgm:t>
        <a:bodyPr/>
        <a:lstStyle/>
        <a:p>
          <a:r>
            <a:rPr lang="en-GB"/>
            <a:t>Build a simple dashboard to see what it can be like</a:t>
          </a:r>
          <a:endParaRPr lang="en-US"/>
        </a:p>
      </dgm:t>
    </dgm:pt>
    <dgm:pt modelId="{11A35955-608C-4165-9C67-FF13398BBC35}" type="parTrans" cxnId="{2B57FC6B-866D-45E8-8518-6E1C76199003}">
      <dgm:prSet/>
      <dgm:spPr/>
      <dgm:t>
        <a:bodyPr/>
        <a:lstStyle/>
        <a:p>
          <a:endParaRPr lang="en-US"/>
        </a:p>
      </dgm:t>
    </dgm:pt>
    <dgm:pt modelId="{13E2542D-89FF-4A49-A9FA-8E17EB4AA95C}" type="sibTrans" cxnId="{2B57FC6B-866D-45E8-8518-6E1C76199003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3E4BE364-CF2E-408E-87A8-F11F9303CC17}">
      <dgm:prSet/>
      <dgm:spPr/>
      <dgm:t>
        <a:bodyPr/>
        <a:lstStyle/>
        <a:p>
          <a:r>
            <a:rPr lang="en-GB"/>
            <a:t>Transfer data to the cloud</a:t>
          </a:r>
          <a:endParaRPr lang="en-US"/>
        </a:p>
      </dgm:t>
    </dgm:pt>
    <dgm:pt modelId="{113C8718-07FF-4B1D-A25B-86534894966F}" type="parTrans" cxnId="{ACBC1D1D-5CD8-4916-B356-1E9320F3F174}">
      <dgm:prSet/>
      <dgm:spPr/>
      <dgm:t>
        <a:bodyPr/>
        <a:lstStyle/>
        <a:p>
          <a:endParaRPr lang="en-US"/>
        </a:p>
      </dgm:t>
    </dgm:pt>
    <dgm:pt modelId="{1DE8A2F8-ACD9-4499-AB90-A0423B8CD009}" type="sibTrans" cxnId="{ACBC1D1D-5CD8-4916-B356-1E9320F3F174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E93E5FA8-BC51-4045-9928-6F83B93FA192}">
      <dgm:prSet/>
      <dgm:spPr/>
      <dgm:t>
        <a:bodyPr/>
        <a:lstStyle/>
        <a:p>
          <a:r>
            <a:rPr lang="en-GB"/>
            <a:t>Make much more laughs</a:t>
          </a:r>
          <a:endParaRPr lang="en-US"/>
        </a:p>
      </dgm:t>
    </dgm:pt>
    <dgm:pt modelId="{4F6D854E-D70B-4A5A-88DB-7C6B51D6309B}" type="parTrans" cxnId="{2BE878FF-E743-456E-9DB4-97EC60C9FEDC}">
      <dgm:prSet/>
      <dgm:spPr/>
      <dgm:t>
        <a:bodyPr/>
        <a:lstStyle/>
        <a:p>
          <a:endParaRPr lang="en-US"/>
        </a:p>
      </dgm:t>
    </dgm:pt>
    <dgm:pt modelId="{D099DF57-47DF-49F1-B645-67994175C399}" type="sibTrans" cxnId="{2BE878FF-E743-456E-9DB4-97EC60C9FEDC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2EB3EBD4-7790-4B0C-8162-F068381463A4}" type="pres">
      <dgm:prSet presAssocID="{F7198D79-59D6-47A9-AF76-AD8251FD6CB9}" presName="Name0" presStyleCnt="0">
        <dgm:presLayoutVars>
          <dgm:animLvl val="lvl"/>
          <dgm:resizeHandles val="exact"/>
        </dgm:presLayoutVars>
      </dgm:prSet>
      <dgm:spPr/>
    </dgm:pt>
    <dgm:pt modelId="{84ADB2A8-E467-4A73-84A5-C17A6938ADFE}" type="pres">
      <dgm:prSet presAssocID="{7F24FDF3-46E9-4BFB-B509-4DB958125269}" presName="compositeNode" presStyleCnt="0">
        <dgm:presLayoutVars>
          <dgm:bulletEnabled val="1"/>
        </dgm:presLayoutVars>
      </dgm:prSet>
      <dgm:spPr/>
    </dgm:pt>
    <dgm:pt modelId="{18A74A2B-F9B4-4F2E-AC76-1757906BFD28}" type="pres">
      <dgm:prSet presAssocID="{7F24FDF3-46E9-4BFB-B509-4DB958125269}" presName="bgRect" presStyleLbl="bgAccFollowNode1" presStyleIdx="0" presStyleCnt="4"/>
      <dgm:spPr/>
    </dgm:pt>
    <dgm:pt modelId="{2E240986-339B-42AB-B6D6-4DD011DF9E54}" type="pres">
      <dgm:prSet presAssocID="{90CAFC97-F17E-46FE-BADC-FDD829159BEE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21BFDEC8-494E-4FB2-95FA-8F00FDC599F8}" type="pres">
      <dgm:prSet presAssocID="{7F24FDF3-46E9-4BFB-B509-4DB958125269}" presName="bottomLine" presStyleLbl="alignNode1" presStyleIdx="1" presStyleCnt="8">
        <dgm:presLayoutVars/>
      </dgm:prSet>
      <dgm:spPr/>
    </dgm:pt>
    <dgm:pt modelId="{15127E3B-C0C0-4336-A1B8-6A0F2FBA0D91}" type="pres">
      <dgm:prSet presAssocID="{7F24FDF3-46E9-4BFB-B509-4DB958125269}" presName="nodeText" presStyleLbl="bgAccFollowNode1" presStyleIdx="0" presStyleCnt="4">
        <dgm:presLayoutVars>
          <dgm:bulletEnabled val="1"/>
        </dgm:presLayoutVars>
      </dgm:prSet>
      <dgm:spPr/>
    </dgm:pt>
    <dgm:pt modelId="{F57AE8A3-AB9A-4556-8054-0900341417AE}" type="pres">
      <dgm:prSet presAssocID="{90CAFC97-F17E-46FE-BADC-FDD829159BEE}" presName="sibTrans" presStyleCnt="0"/>
      <dgm:spPr/>
    </dgm:pt>
    <dgm:pt modelId="{508A42DB-9BF9-4643-B4F6-26F3587E9D47}" type="pres">
      <dgm:prSet presAssocID="{E4886262-57DD-4E38-A468-03391FD38667}" presName="compositeNode" presStyleCnt="0">
        <dgm:presLayoutVars>
          <dgm:bulletEnabled val="1"/>
        </dgm:presLayoutVars>
      </dgm:prSet>
      <dgm:spPr/>
    </dgm:pt>
    <dgm:pt modelId="{9D9DC56D-6D51-496B-8481-1E60CA84D838}" type="pres">
      <dgm:prSet presAssocID="{E4886262-57DD-4E38-A468-03391FD38667}" presName="bgRect" presStyleLbl="bgAccFollowNode1" presStyleIdx="1" presStyleCnt="4"/>
      <dgm:spPr/>
    </dgm:pt>
    <dgm:pt modelId="{66322877-2D59-407B-B2A9-981A15E9C644}" type="pres">
      <dgm:prSet presAssocID="{13E2542D-89FF-4A49-A9FA-8E17EB4AA95C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D02A42EC-6A7F-4B1F-8380-992E4AB1D47F}" type="pres">
      <dgm:prSet presAssocID="{E4886262-57DD-4E38-A468-03391FD38667}" presName="bottomLine" presStyleLbl="alignNode1" presStyleIdx="3" presStyleCnt="8">
        <dgm:presLayoutVars/>
      </dgm:prSet>
      <dgm:spPr/>
    </dgm:pt>
    <dgm:pt modelId="{CD526433-84D0-4635-8911-F26E9235FD87}" type="pres">
      <dgm:prSet presAssocID="{E4886262-57DD-4E38-A468-03391FD38667}" presName="nodeText" presStyleLbl="bgAccFollowNode1" presStyleIdx="1" presStyleCnt="4">
        <dgm:presLayoutVars>
          <dgm:bulletEnabled val="1"/>
        </dgm:presLayoutVars>
      </dgm:prSet>
      <dgm:spPr/>
    </dgm:pt>
    <dgm:pt modelId="{ECF910E1-A622-4ACB-9704-23D1901B2A18}" type="pres">
      <dgm:prSet presAssocID="{13E2542D-89FF-4A49-A9FA-8E17EB4AA95C}" presName="sibTrans" presStyleCnt="0"/>
      <dgm:spPr/>
    </dgm:pt>
    <dgm:pt modelId="{D3C73258-352E-489A-9EB0-767CFC7EB618}" type="pres">
      <dgm:prSet presAssocID="{3E4BE364-CF2E-408E-87A8-F11F9303CC17}" presName="compositeNode" presStyleCnt="0">
        <dgm:presLayoutVars>
          <dgm:bulletEnabled val="1"/>
        </dgm:presLayoutVars>
      </dgm:prSet>
      <dgm:spPr/>
    </dgm:pt>
    <dgm:pt modelId="{9B28775C-17E9-487C-A030-E99033FAEE7A}" type="pres">
      <dgm:prSet presAssocID="{3E4BE364-CF2E-408E-87A8-F11F9303CC17}" presName="bgRect" presStyleLbl="bgAccFollowNode1" presStyleIdx="2" presStyleCnt="4"/>
      <dgm:spPr/>
    </dgm:pt>
    <dgm:pt modelId="{8D6B8508-CDA8-48F7-9631-3AF9367D5848}" type="pres">
      <dgm:prSet presAssocID="{1DE8A2F8-ACD9-4499-AB90-A0423B8CD009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16D61295-F5B3-4A7D-8A01-B85732E3D6FF}" type="pres">
      <dgm:prSet presAssocID="{3E4BE364-CF2E-408E-87A8-F11F9303CC17}" presName="bottomLine" presStyleLbl="alignNode1" presStyleIdx="5" presStyleCnt="8">
        <dgm:presLayoutVars/>
      </dgm:prSet>
      <dgm:spPr/>
    </dgm:pt>
    <dgm:pt modelId="{3FF9476D-9841-4A66-973D-0FEF536B1C9C}" type="pres">
      <dgm:prSet presAssocID="{3E4BE364-CF2E-408E-87A8-F11F9303CC17}" presName="nodeText" presStyleLbl="bgAccFollowNode1" presStyleIdx="2" presStyleCnt="4">
        <dgm:presLayoutVars>
          <dgm:bulletEnabled val="1"/>
        </dgm:presLayoutVars>
      </dgm:prSet>
      <dgm:spPr/>
    </dgm:pt>
    <dgm:pt modelId="{98361235-BDFC-40C1-A8D2-252AE3371024}" type="pres">
      <dgm:prSet presAssocID="{1DE8A2F8-ACD9-4499-AB90-A0423B8CD009}" presName="sibTrans" presStyleCnt="0"/>
      <dgm:spPr/>
    </dgm:pt>
    <dgm:pt modelId="{23257F6A-3900-4061-B1FD-10A438E73654}" type="pres">
      <dgm:prSet presAssocID="{E93E5FA8-BC51-4045-9928-6F83B93FA192}" presName="compositeNode" presStyleCnt="0">
        <dgm:presLayoutVars>
          <dgm:bulletEnabled val="1"/>
        </dgm:presLayoutVars>
      </dgm:prSet>
      <dgm:spPr/>
    </dgm:pt>
    <dgm:pt modelId="{41D402B9-B0A0-4C62-A4AB-D7416618EC39}" type="pres">
      <dgm:prSet presAssocID="{E93E5FA8-BC51-4045-9928-6F83B93FA192}" presName="bgRect" presStyleLbl="bgAccFollowNode1" presStyleIdx="3" presStyleCnt="4"/>
      <dgm:spPr/>
    </dgm:pt>
    <dgm:pt modelId="{94186FAB-4FBD-40E1-8672-C8B209842B1A}" type="pres">
      <dgm:prSet presAssocID="{D099DF57-47DF-49F1-B645-67994175C399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1F0911B2-F408-4C85-A676-5CCC252FC852}" type="pres">
      <dgm:prSet presAssocID="{E93E5FA8-BC51-4045-9928-6F83B93FA192}" presName="bottomLine" presStyleLbl="alignNode1" presStyleIdx="7" presStyleCnt="8">
        <dgm:presLayoutVars/>
      </dgm:prSet>
      <dgm:spPr/>
    </dgm:pt>
    <dgm:pt modelId="{C1CB73B2-362C-4BF3-8E1B-7879A7721E5F}" type="pres">
      <dgm:prSet presAssocID="{E93E5FA8-BC51-4045-9928-6F83B93FA192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B8B3920A-2126-493A-A280-7CE6318060F1}" type="presOf" srcId="{1DE8A2F8-ACD9-4499-AB90-A0423B8CD009}" destId="{8D6B8508-CDA8-48F7-9631-3AF9367D5848}" srcOrd="0" destOrd="0" presId="urn:microsoft.com/office/officeart/2016/7/layout/BasicLinearProcessNumbered"/>
    <dgm:cxn modelId="{ACBC1D1D-5CD8-4916-B356-1E9320F3F174}" srcId="{F7198D79-59D6-47A9-AF76-AD8251FD6CB9}" destId="{3E4BE364-CF2E-408E-87A8-F11F9303CC17}" srcOrd="2" destOrd="0" parTransId="{113C8718-07FF-4B1D-A25B-86534894966F}" sibTransId="{1DE8A2F8-ACD9-4499-AB90-A0423B8CD009}"/>
    <dgm:cxn modelId="{065CDE24-DE8E-4C60-878C-BBCD61E1BBAC}" type="presOf" srcId="{3E4BE364-CF2E-408E-87A8-F11F9303CC17}" destId="{3FF9476D-9841-4A66-973D-0FEF536B1C9C}" srcOrd="1" destOrd="0" presId="urn:microsoft.com/office/officeart/2016/7/layout/BasicLinearProcessNumbered"/>
    <dgm:cxn modelId="{2B57FC6B-866D-45E8-8518-6E1C76199003}" srcId="{F7198D79-59D6-47A9-AF76-AD8251FD6CB9}" destId="{E4886262-57DD-4E38-A468-03391FD38667}" srcOrd="1" destOrd="0" parTransId="{11A35955-608C-4165-9C67-FF13398BBC35}" sibTransId="{13E2542D-89FF-4A49-A9FA-8E17EB4AA95C}"/>
    <dgm:cxn modelId="{2213DD4F-7D8F-42D0-AF81-E7938147054E}" type="presOf" srcId="{F7198D79-59D6-47A9-AF76-AD8251FD6CB9}" destId="{2EB3EBD4-7790-4B0C-8162-F068381463A4}" srcOrd="0" destOrd="0" presId="urn:microsoft.com/office/officeart/2016/7/layout/BasicLinearProcessNumbered"/>
    <dgm:cxn modelId="{759EBA5A-4AD0-4911-9490-B2114F453416}" type="presOf" srcId="{3E4BE364-CF2E-408E-87A8-F11F9303CC17}" destId="{9B28775C-17E9-487C-A030-E99033FAEE7A}" srcOrd="0" destOrd="0" presId="urn:microsoft.com/office/officeart/2016/7/layout/BasicLinearProcessNumbered"/>
    <dgm:cxn modelId="{F0762C7B-4CB2-401F-B60A-6D6DFB0FCCAA}" type="presOf" srcId="{D099DF57-47DF-49F1-B645-67994175C399}" destId="{94186FAB-4FBD-40E1-8672-C8B209842B1A}" srcOrd="0" destOrd="0" presId="urn:microsoft.com/office/officeart/2016/7/layout/BasicLinearProcessNumbered"/>
    <dgm:cxn modelId="{43737C7D-1A8D-451E-8DEC-5035B67AC3E7}" type="presOf" srcId="{90CAFC97-F17E-46FE-BADC-FDD829159BEE}" destId="{2E240986-339B-42AB-B6D6-4DD011DF9E54}" srcOrd="0" destOrd="0" presId="urn:microsoft.com/office/officeart/2016/7/layout/BasicLinearProcessNumbered"/>
    <dgm:cxn modelId="{701A7084-52C4-4FDB-AC2E-EB762DB570F7}" type="presOf" srcId="{E93E5FA8-BC51-4045-9928-6F83B93FA192}" destId="{41D402B9-B0A0-4C62-A4AB-D7416618EC39}" srcOrd="0" destOrd="0" presId="urn:microsoft.com/office/officeart/2016/7/layout/BasicLinearProcessNumbered"/>
    <dgm:cxn modelId="{DC37DF8F-5F7A-442E-A28C-D85FF3748327}" type="presOf" srcId="{E4886262-57DD-4E38-A468-03391FD38667}" destId="{CD526433-84D0-4635-8911-F26E9235FD87}" srcOrd="1" destOrd="0" presId="urn:microsoft.com/office/officeart/2016/7/layout/BasicLinearProcessNumbered"/>
    <dgm:cxn modelId="{65FAE0A2-AA3C-4BB4-A001-587E23F17A60}" type="presOf" srcId="{7F24FDF3-46E9-4BFB-B509-4DB958125269}" destId="{18A74A2B-F9B4-4F2E-AC76-1757906BFD28}" srcOrd="0" destOrd="0" presId="urn:microsoft.com/office/officeart/2016/7/layout/BasicLinearProcessNumbered"/>
    <dgm:cxn modelId="{8BB2CFAD-AC90-4203-88FC-09642A288D86}" type="presOf" srcId="{13E2542D-89FF-4A49-A9FA-8E17EB4AA95C}" destId="{66322877-2D59-407B-B2A9-981A15E9C644}" srcOrd="0" destOrd="0" presId="urn:microsoft.com/office/officeart/2016/7/layout/BasicLinearProcessNumbered"/>
    <dgm:cxn modelId="{F97F92C1-6E47-4CD9-9B5E-EC20F7E96044}" type="presOf" srcId="{E4886262-57DD-4E38-A468-03391FD38667}" destId="{9D9DC56D-6D51-496B-8481-1E60CA84D838}" srcOrd="0" destOrd="0" presId="urn:microsoft.com/office/officeart/2016/7/layout/BasicLinearProcessNumbered"/>
    <dgm:cxn modelId="{9E6182E0-7980-4AA7-9FC4-FBBCB1112565}" srcId="{F7198D79-59D6-47A9-AF76-AD8251FD6CB9}" destId="{7F24FDF3-46E9-4BFB-B509-4DB958125269}" srcOrd="0" destOrd="0" parTransId="{9E935DC1-31F3-46E5-9A2A-064E602FF16F}" sibTransId="{90CAFC97-F17E-46FE-BADC-FDD829159BEE}"/>
    <dgm:cxn modelId="{8E07C6E0-3146-4C17-988F-7FD0C8D80430}" type="presOf" srcId="{7F24FDF3-46E9-4BFB-B509-4DB958125269}" destId="{15127E3B-C0C0-4336-A1B8-6A0F2FBA0D91}" srcOrd="1" destOrd="0" presId="urn:microsoft.com/office/officeart/2016/7/layout/BasicLinearProcessNumbered"/>
    <dgm:cxn modelId="{EF8E0DF3-CEF4-4D33-B263-FAECC1DE9B48}" type="presOf" srcId="{E93E5FA8-BC51-4045-9928-6F83B93FA192}" destId="{C1CB73B2-362C-4BF3-8E1B-7879A7721E5F}" srcOrd="1" destOrd="0" presId="urn:microsoft.com/office/officeart/2016/7/layout/BasicLinearProcessNumbered"/>
    <dgm:cxn modelId="{2BE878FF-E743-456E-9DB4-97EC60C9FEDC}" srcId="{F7198D79-59D6-47A9-AF76-AD8251FD6CB9}" destId="{E93E5FA8-BC51-4045-9928-6F83B93FA192}" srcOrd="3" destOrd="0" parTransId="{4F6D854E-D70B-4A5A-88DB-7C6B51D6309B}" sibTransId="{D099DF57-47DF-49F1-B645-67994175C399}"/>
    <dgm:cxn modelId="{75A382E8-B622-422B-86B7-E321C6B4F1B0}" type="presParOf" srcId="{2EB3EBD4-7790-4B0C-8162-F068381463A4}" destId="{84ADB2A8-E467-4A73-84A5-C17A6938ADFE}" srcOrd="0" destOrd="0" presId="urn:microsoft.com/office/officeart/2016/7/layout/BasicLinearProcessNumbered"/>
    <dgm:cxn modelId="{B142871E-4FBF-4EF5-9A04-256AA126E8E5}" type="presParOf" srcId="{84ADB2A8-E467-4A73-84A5-C17A6938ADFE}" destId="{18A74A2B-F9B4-4F2E-AC76-1757906BFD28}" srcOrd="0" destOrd="0" presId="urn:microsoft.com/office/officeart/2016/7/layout/BasicLinearProcessNumbered"/>
    <dgm:cxn modelId="{E8471393-C024-4B2C-ABF7-BEFF1A5D8600}" type="presParOf" srcId="{84ADB2A8-E467-4A73-84A5-C17A6938ADFE}" destId="{2E240986-339B-42AB-B6D6-4DD011DF9E54}" srcOrd="1" destOrd="0" presId="urn:microsoft.com/office/officeart/2016/7/layout/BasicLinearProcessNumbered"/>
    <dgm:cxn modelId="{0C30868B-AB43-460D-B0C6-517FE1FC41FF}" type="presParOf" srcId="{84ADB2A8-E467-4A73-84A5-C17A6938ADFE}" destId="{21BFDEC8-494E-4FB2-95FA-8F00FDC599F8}" srcOrd="2" destOrd="0" presId="urn:microsoft.com/office/officeart/2016/7/layout/BasicLinearProcessNumbered"/>
    <dgm:cxn modelId="{97B90C5B-00C6-4427-9EFF-F19F5B450120}" type="presParOf" srcId="{84ADB2A8-E467-4A73-84A5-C17A6938ADFE}" destId="{15127E3B-C0C0-4336-A1B8-6A0F2FBA0D91}" srcOrd="3" destOrd="0" presId="urn:microsoft.com/office/officeart/2016/7/layout/BasicLinearProcessNumbered"/>
    <dgm:cxn modelId="{6721F117-0823-4A63-8411-8335EA23154A}" type="presParOf" srcId="{2EB3EBD4-7790-4B0C-8162-F068381463A4}" destId="{F57AE8A3-AB9A-4556-8054-0900341417AE}" srcOrd="1" destOrd="0" presId="urn:microsoft.com/office/officeart/2016/7/layout/BasicLinearProcessNumbered"/>
    <dgm:cxn modelId="{5DF02813-7F0D-4D38-8327-7A955C175427}" type="presParOf" srcId="{2EB3EBD4-7790-4B0C-8162-F068381463A4}" destId="{508A42DB-9BF9-4643-B4F6-26F3587E9D47}" srcOrd="2" destOrd="0" presId="urn:microsoft.com/office/officeart/2016/7/layout/BasicLinearProcessNumbered"/>
    <dgm:cxn modelId="{B0B041CF-E97C-42D2-A643-C0174392A7DF}" type="presParOf" srcId="{508A42DB-9BF9-4643-B4F6-26F3587E9D47}" destId="{9D9DC56D-6D51-496B-8481-1E60CA84D838}" srcOrd="0" destOrd="0" presId="urn:microsoft.com/office/officeart/2016/7/layout/BasicLinearProcessNumbered"/>
    <dgm:cxn modelId="{92440208-8DEE-41F7-AA27-C73773BC4228}" type="presParOf" srcId="{508A42DB-9BF9-4643-B4F6-26F3587E9D47}" destId="{66322877-2D59-407B-B2A9-981A15E9C644}" srcOrd="1" destOrd="0" presId="urn:microsoft.com/office/officeart/2016/7/layout/BasicLinearProcessNumbered"/>
    <dgm:cxn modelId="{0A099870-3BEE-4778-A070-EB65B4B245C7}" type="presParOf" srcId="{508A42DB-9BF9-4643-B4F6-26F3587E9D47}" destId="{D02A42EC-6A7F-4B1F-8380-992E4AB1D47F}" srcOrd="2" destOrd="0" presId="urn:microsoft.com/office/officeart/2016/7/layout/BasicLinearProcessNumbered"/>
    <dgm:cxn modelId="{AE3038F6-4ECC-45ED-9F94-3F8A0B8F6977}" type="presParOf" srcId="{508A42DB-9BF9-4643-B4F6-26F3587E9D47}" destId="{CD526433-84D0-4635-8911-F26E9235FD87}" srcOrd="3" destOrd="0" presId="urn:microsoft.com/office/officeart/2016/7/layout/BasicLinearProcessNumbered"/>
    <dgm:cxn modelId="{81427B16-AC1D-40B3-B71B-3A2C335B37DB}" type="presParOf" srcId="{2EB3EBD4-7790-4B0C-8162-F068381463A4}" destId="{ECF910E1-A622-4ACB-9704-23D1901B2A18}" srcOrd="3" destOrd="0" presId="urn:microsoft.com/office/officeart/2016/7/layout/BasicLinearProcessNumbered"/>
    <dgm:cxn modelId="{F47CD1F1-D5AA-4C3F-BF40-6A3871B11520}" type="presParOf" srcId="{2EB3EBD4-7790-4B0C-8162-F068381463A4}" destId="{D3C73258-352E-489A-9EB0-767CFC7EB618}" srcOrd="4" destOrd="0" presId="urn:microsoft.com/office/officeart/2016/7/layout/BasicLinearProcessNumbered"/>
    <dgm:cxn modelId="{2622D4A5-929C-4B32-8E3B-8F9359E0D64E}" type="presParOf" srcId="{D3C73258-352E-489A-9EB0-767CFC7EB618}" destId="{9B28775C-17E9-487C-A030-E99033FAEE7A}" srcOrd="0" destOrd="0" presId="urn:microsoft.com/office/officeart/2016/7/layout/BasicLinearProcessNumbered"/>
    <dgm:cxn modelId="{1C315441-6070-49D2-9030-4CB4AB49D0C3}" type="presParOf" srcId="{D3C73258-352E-489A-9EB0-767CFC7EB618}" destId="{8D6B8508-CDA8-48F7-9631-3AF9367D5848}" srcOrd="1" destOrd="0" presId="urn:microsoft.com/office/officeart/2016/7/layout/BasicLinearProcessNumbered"/>
    <dgm:cxn modelId="{63C5BD32-675C-4F74-840E-445FBC9632C0}" type="presParOf" srcId="{D3C73258-352E-489A-9EB0-767CFC7EB618}" destId="{16D61295-F5B3-4A7D-8A01-B85732E3D6FF}" srcOrd="2" destOrd="0" presId="urn:microsoft.com/office/officeart/2016/7/layout/BasicLinearProcessNumbered"/>
    <dgm:cxn modelId="{E363D363-D8B1-4B98-9EF4-0726A58908F3}" type="presParOf" srcId="{D3C73258-352E-489A-9EB0-767CFC7EB618}" destId="{3FF9476D-9841-4A66-973D-0FEF536B1C9C}" srcOrd="3" destOrd="0" presId="urn:microsoft.com/office/officeart/2016/7/layout/BasicLinearProcessNumbered"/>
    <dgm:cxn modelId="{BE66113D-BF55-49FF-B3B1-E4B3972E88C4}" type="presParOf" srcId="{2EB3EBD4-7790-4B0C-8162-F068381463A4}" destId="{98361235-BDFC-40C1-A8D2-252AE3371024}" srcOrd="5" destOrd="0" presId="urn:microsoft.com/office/officeart/2016/7/layout/BasicLinearProcessNumbered"/>
    <dgm:cxn modelId="{529EB21C-0641-420F-9375-C2DE163314D7}" type="presParOf" srcId="{2EB3EBD4-7790-4B0C-8162-F068381463A4}" destId="{23257F6A-3900-4061-B1FD-10A438E73654}" srcOrd="6" destOrd="0" presId="urn:microsoft.com/office/officeart/2016/7/layout/BasicLinearProcessNumbered"/>
    <dgm:cxn modelId="{00A9AFFD-B751-426B-AC05-C3512A6DF129}" type="presParOf" srcId="{23257F6A-3900-4061-B1FD-10A438E73654}" destId="{41D402B9-B0A0-4C62-A4AB-D7416618EC39}" srcOrd="0" destOrd="0" presId="urn:microsoft.com/office/officeart/2016/7/layout/BasicLinearProcessNumbered"/>
    <dgm:cxn modelId="{88CB2869-4F59-4F52-89FA-ECB0331E39B9}" type="presParOf" srcId="{23257F6A-3900-4061-B1FD-10A438E73654}" destId="{94186FAB-4FBD-40E1-8672-C8B209842B1A}" srcOrd="1" destOrd="0" presId="urn:microsoft.com/office/officeart/2016/7/layout/BasicLinearProcessNumbered"/>
    <dgm:cxn modelId="{86F824BD-CD0C-40F7-8C1D-AB3E5BFA3861}" type="presParOf" srcId="{23257F6A-3900-4061-B1FD-10A438E73654}" destId="{1F0911B2-F408-4C85-A676-5CCC252FC852}" srcOrd="2" destOrd="0" presId="urn:microsoft.com/office/officeart/2016/7/layout/BasicLinearProcessNumbered"/>
    <dgm:cxn modelId="{D0701AD3-89C3-4B48-AEFB-AF742048D380}" type="presParOf" srcId="{23257F6A-3900-4061-B1FD-10A438E73654}" destId="{C1CB73B2-362C-4BF3-8E1B-7879A7721E5F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194145-F550-4A2E-B3D3-3F86AA29D687}">
      <dsp:nvSpPr>
        <dsp:cNvPr id="0" name=""/>
        <dsp:cNvSpPr/>
      </dsp:nvSpPr>
      <dsp:spPr>
        <a:xfrm>
          <a:off x="1026015" y="180928"/>
          <a:ext cx="4103548" cy="3587018"/>
        </a:xfrm>
        <a:prstGeom prst="rightArrow">
          <a:avLst>
            <a:gd name="adj1" fmla="val 70000"/>
            <a:gd name="adj2" fmla="val 5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11430" rIns="2286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/>
            <a:t>Doors getting lost 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/>
            <a:t>Slow response’s with problems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/>
            <a:t>Inefficient handovers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/>
            <a:t>Inaccurate energy predictions </a:t>
          </a:r>
          <a:endParaRPr lang="en-US" sz="1800" kern="1200"/>
        </a:p>
      </dsp:txBody>
      <dsp:txXfrm>
        <a:off x="2051902" y="718981"/>
        <a:ext cx="2000480" cy="2510912"/>
      </dsp:txXfrm>
    </dsp:sp>
    <dsp:sp modelId="{A7321EC1-A356-4F7D-A159-02481029F8E5}">
      <dsp:nvSpPr>
        <dsp:cNvPr id="0" name=""/>
        <dsp:cNvSpPr/>
      </dsp:nvSpPr>
      <dsp:spPr>
        <a:xfrm>
          <a:off x="128" y="948550"/>
          <a:ext cx="2051774" cy="20517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What is going wrong?</a:t>
          </a:r>
          <a:endParaRPr lang="en-US" sz="3000" kern="1200"/>
        </a:p>
      </dsp:txBody>
      <dsp:txXfrm>
        <a:off x="300603" y="1249025"/>
        <a:ext cx="1450824" cy="1450824"/>
      </dsp:txXfrm>
    </dsp:sp>
    <dsp:sp modelId="{DF9CE570-6A03-4A05-9924-FB2551601C1D}">
      <dsp:nvSpPr>
        <dsp:cNvPr id="0" name=""/>
        <dsp:cNvSpPr/>
      </dsp:nvSpPr>
      <dsp:spPr>
        <a:xfrm>
          <a:off x="6411923" y="180928"/>
          <a:ext cx="4103548" cy="3587018"/>
        </a:xfrm>
        <a:prstGeom prst="rightArrow">
          <a:avLst>
            <a:gd name="adj1" fmla="val 70000"/>
            <a:gd name="adj2" fmla="val 50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11430" rIns="2286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/>
            <a:t>Security risk 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/>
            <a:t>Increase risk for monsters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/>
            <a:t>A decrease in productivity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/>
            <a:t>Supply chain problems</a:t>
          </a:r>
          <a:endParaRPr lang="en-US" sz="1800" kern="1200"/>
        </a:p>
      </dsp:txBody>
      <dsp:txXfrm>
        <a:off x="7437810" y="718981"/>
        <a:ext cx="2000480" cy="2510912"/>
      </dsp:txXfrm>
    </dsp:sp>
    <dsp:sp modelId="{E9CA4031-B1EA-4EB1-96BC-E965E678B02E}">
      <dsp:nvSpPr>
        <dsp:cNvPr id="0" name=""/>
        <dsp:cNvSpPr/>
      </dsp:nvSpPr>
      <dsp:spPr>
        <a:xfrm>
          <a:off x="5386035" y="948550"/>
          <a:ext cx="2051774" cy="2051774"/>
        </a:xfrm>
        <a:prstGeom prst="ellips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What this is causing!</a:t>
          </a:r>
          <a:endParaRPr lang="en-US" sz="3000" kern="1200"/>
        </a:p>
      </dsp:txBody>
      <dsp:txXfrm>
        <a:off x="5686510" y="1249025"/>
        <a:ext cx="1450824" cy="14508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936AA7-A699-4F35-AE91-19200E102744}">
      <dsp:nvSpPr>
        <dsp:cNvPr id="0" name=""/>
        <dsp:cNvSpPr/>
      </dsp:nvSpPr>
      <dsp:spPr>
        <a:xfrm>
          <a:off x="0" y="294489"/>
          <a:ext cx="10515600" cy="687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800" kern="1200" dirty="0"/>
            <a:t>Taking data off premise to Microsoft Azure</a:t>
          </a:r>
          <a:endParaRPr lang="en-US" sz="2800" kern="1200" dirty="0"/>
        </a:p>
      </dsp:txBody>
      <dsp:txXfrm>
        <a:off x="33583" y="328072"/>
        <a:ext cx="10448434" cy="620794"/>
      </dsp:txXfrm>
    </dsp:sp>
    <dsp:sp modelId="{30DD087B-19B4-4264-A82E-1CADBAFCCC1C}">
      <dsp:nvSpPr>
        <dsp:cNvPr id="0" name=""/>
        <dsp:cNvSpPr/>
      </dsp:nvSpPr>
      <dsp:spPr>
        <a:xfrm>
          <a:off x="0" y="1063089"/>
          <a:ext cx="10515600" cy="687960"/>
        </a:xfrm>
        <a:prstGeom prst="round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800" kern="1200"/>
            <a:t>Introduce the IoT hub- The “eyes an ears” of the factory</a:t>
          </a:r>
          <a:endParaRPr lang="en-US" sz="2800" kern="1200"/>
        </a:p>
      </dsp:txBody>
      <dsp:txXfrm>
        <a:off x="33583" y="1096672"/>
        <a:ext cx="10448434" cy="620794"/>
      </dsp:txXfrm>
    </dsp:sp>
    <dsp:sp modelId="{7C13537A-3B9C-4F14-B791-0F080F51F1EE}">
      <dsp:nvSpPr>
        <dsp:cNvPr id="0" name=""/>
        <dsp:cNvSpPr/>
      </dsp:nvSpPr>
      <dsp:spPr>
        <a:xfrm>
          <a:off x="0" y="1831689"/>
          <a:ext cx="10515600" cy="68796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800" kern="1200"/>
            <a:t>Power BI- A clear dashboard for all</a:t>
          </a:r>
          <a:endParaRPr lang="en-US" sz="2800" kern="1200"/>
        </a:p>
      </dsp:txBody>
      <dsp:txXfrm>
        <a:off x="33583" y="1865272"/>
        <a:ext cx="10448434" cy="620794"/>
      </dsp:txXfrm>
    </dsp:sp>
    <dsp:sp modelId="{6CD53EBE-39C9-4478-923C-D5E07749C23E}">
      <dsp:nvSpPr>
        <dsp:cNvPr id="0" name=""/>
        <dsp:cNvSpPr/>
      </dsp:nvSpPr>
      <dsp:spPr>
        <a:xfrm>
          <a:off x="0" y="2600289"/>
          <a:ext cx="10515600" cy="687960"/>
        </a:xfrm>
        <a:prstGeom prst="round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800" kern="1200"/>
            <a:t>Power automate- the online worker who never forgets</a:t>
          </a:r>
          <a:endParaRPr lang="en-US" sz="2800" kern="1200"/>
        </a:p>
      </dsp:txBody>
      <dsp:txXfrm>
        <a:off x="33583" y="2633872"/>
        <a:ext cx="10448434" cy="620794"/>
      </dsp:txXfrm>
    </dsp:sp>
    <dsp:sp modelId="{2EADA574-EDD8-4248-9F06-9F779532AA6E}">
      <dsp:nvSpPr>
        <dsp:cNvPr id="0" name=""/>
        <dsp:cNvSpPr/>
      </dsp:nvSpPr>
      <dsp:spPr>
        <a:xfrm>
          <a:off x="0" y="3368889"/>
          <a:ext cx="10515600" cy="68796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800" kern="1200"/>
            <a:t>Teams + co-pilot- Communication made easy</a:t>
          </a:r>
          <a:endParaRPr lang="en-US" sz="2800" kern="1200"/>
        </a:p>
      </dsp:txBody>
      <dsp:txXfrm>
        <a:off x="33583" y="3402472"/>
        <a:ext cx="10448434" cy="6207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A74A2B-F9B4-4F2E-AC76-1757906BFD28}">
      <dsp:nvSpPr>
        <dsp:cNvPr id="0" name=""/>
        <dsp:cNvSpPr/>
      </dsp:nvSpPr>
      <dsp:spPr>
        <a:xfrm>
          <a:off x="3080" y="263599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Set up a meeting demoing all of the tools to get a better understanding</a:t>
          </a:r>
          <a:endParaRPr lang="en-US" sz="1900" kern="1200"/>
        </a:p>
      </dsp:txBody>
      <dsp:txXfrm>
        <a:off x="3080" y="1563836"/>
        <a:ext cx="2444055" cy="2053006"/>
      </dsp:txXfrm>
    </dsp:sp>
    <dsp:sp modelId="{2E240986-339B-42AB-B6D6-4DD011DF9E54}">
      <dsp:nvSpPr>
        <dsp:cNvPr id="0" name=""/>
        <dsp:cNvSpPr/>
      </dsp:nvSpPr>
      <dsp:spPr>
        <a:xfrm>
          <a:off x="711856" y="605766"/>
          <a:ext cx="1026503" cy="102650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62184" y="756094"/>
        <a:ext cx="725847" cy="725847"/>
      </dsp:txXfrm>
    </dsp:sp>
    <dsp:sp modelId="{21BFDEC8-494E-4FB2-95FA-8F00FDC599F8}">
      <dsp:nvSpPr>
        <dsp:cNvPr id="0" name=""/>
        <dsp:cNvSpPr/>
      </dsp:nvSpPr>
      <dsp:spPr>
        <a:xfrm>
          <a:off x="3080" y="3685204"/>
          <a:ext cx="2444055" cy="72"/>
        </a:xfrm>
        <a:prstGeom prst="rect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accent2">
              <a:hueOff val="920516"/>
              <a:satOff val="-2642"/>
              <a:lumOff val="-42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9DC56D-6D51-496B-8481-1E60CA84D838}">
      <dsp:nvSpPr>
        <dsp:cNvPr id="0" name=""/>
        <dsp:cNvSpPr/>
      </dsp:nvSpPr>
      <dsp:spPr>
        <a:xfrm>
          <a:off x="2691541" y="263599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Build a simple dashboard to see what it can be like</a:t>
          </a:r>
          <a:endParaRPr lang="en-US" sz="1900" kern="1200"/>
        </a:p>
      </dsp:txBody>
      <dsp:txXfrm>
        <a:off x="2691541" y="1563836"/>
        <a:ext cx="2444055" cy="2053006"/>
      </dsp:txXfrm>
    </dsp:sp>
    <dsp:sp modelId="{66322877-2D59-407B-B2A9-981A15E9C644}">
      <dsp:nvSpPr>
        <dsp:cNvPr id="0" name=""/>
        <dsp:cNvSpPr/>
      </dsp:nvSpPr>
      <dsp:spPr>
        <a:xfrm>
          <a:off x="3400317" y="605766"/>
          <a:ext cx="1026503" cy="1026503"/>
        </a:xfrm>
        <a:prstGeom prst="ellipse">
          <a:avLst/>
        </a:prstGeom>
        <a:solidFill>
          <a:schemeClr val="accent2">
            <a:hueOff val="1841033"/>
            <a:satOff val="-5284"/>
            <a:lumOff val="-8460"/>
            <a:alphaOff val="0"/>
          </a:schemeClr>
        </a:solidFill>
        <a:ln w="19050" cap="flat" cmpd="sng" algn="ctr">
          <a:solidFill>
            <a:schemeClr val="accent2">
              <a:hueOff val="1841033"/>
              <a:satOff val="-5284"/>
              <a:lumOff val="-84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550645" y="756094"/>
        <a:ext cx="725847" cy="725847"/>
      </dsp:txXfrm>
    </dsp:sp>
    <dsp:sp modelId="{D02A42EC-6A7F-4B1F-8380-992E4AB1D47F}">
      <dsp:nvSpPr>
        <dsp:cNvPr id="0" name=""/>
        <dsp:cNvSpPr/>
      </dsp:nvSpPr>
      <dsp:spPr>
        <a:xfrm>
          <a:off x="2691541" y="3685204"/>
          <a:ext cx="2444055" cy="72"/>
        </a:xfrm>
        <a:prstGeom prst="rect">
          <a:avLst/>
        </a:prstGeom>
        <a:solidFill>
          <a:schemeClr val="accent2">
            <a:hueOff val="2761549"/>
            <a:satOff val="-7926"/>
            <a:lumOff val="-12690"/>
            <a:alphaOff val="0"/>
          </a:schemeClr>
        </a:solidFill>
        <a:ln w="19050" cap="flat" cmpd="sng" algn="ctr">
          <a:solidFill>
            <a:schemeClr val="accent2">
              <a:hueOff val="2761549"/>
              <a:satOff val="-7926"/>
              <a:lumOff val="-126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28775C-17E9-487C-A030-E99033FAEE7A}">
      <dsp:nvSpPr>
        <dsp:cNvPr id="0" name=""/>
        <dsp:cNvSpPr/>
      </dsp:nvSpPr>
      <dsp:spPr>
        <a:xfrm>
          <a:off x="5380002" y="263599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Transfer data to the cloud</a:t>
          </a:r>
          <a:endParaRPr lang="en-US" sz="1900" kern="1200"/>
        </a:p>
      </dsp:txBody>
      <dsp:txXfrm>
        <a:off x="5380002" y="1563836"/>
        <a:ext cx="2444055" cy="2053006"/>
      </dsp:txXfrm>
    </dsp:sp>
    <dsp:sp modelId="{8D6B8508-CDA8-48F7-9631-3AF9367D5848}">
      <dsp:nvSpPr>
        <dsp:cNvPr id="0" name=""/>
        <dsp:cNvSpPr/>
      </dsp:nvSpPr>
      <dsp:spPr>
        <a:xfrm>
          <a:off x="6088778" y="605766"/>
          <a:ext cx="1026503" cy="1026503"/>
        </a:xfrm>
        <a:prstGeom prst="ellipse">
          <a:avLst/>
        </a:prstGeom>
        <a:solidFill>
          <a:schemeClr val="accent2">
            <a:hueOff val="3682065"/>
            <a:satOff val="-10567"/>
            <a:lumOff val="-16919"/>
            <a:alphaOff val="0"/>
          </a:schemeClr>
        </a:solidFill>
        <a:ln w="19050" cap="flat" cmpd="sng" algn="ctr">
          <a:solidFill>
            <a:schemeClr val="accent2">
              <a:hueOff val="3682065"/>
              <a:satOff val="-10567"/>
              <a:lumOff val="-169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239106" y="756094"/>
        <a:ext cx="725847" cy="725847"/>
      </dsp:txXfrm>
    </dsp:sp>
    <dsp:sp modelId="{16D61295-F5B3-4A7D-8A01-B85732E3D6FF}">
      <dsp:nvSpPr>
        <dsp:cNvPr id="0" name=""/>
        <dsp:cNvSpPr/>
      </dsp:nvSpPr>
      <dsp:spPr>
        <a:xfrm>
          <a:off x="5380002" y="3685204"/>
          <a:ext cx="2444055" cy="72"/>
        </a:xfrm>
        <a:prstGeom prst="rect">
          <a:avLst/>
        </a:prstGeom>
        <a:solidFill>
          <a:schemeClr val="accent2">
            <a:hueOff val="4602581"/>
            <a:satOff val="-13209"/>
            <a:lumOff val="-21149"/>
            <a:alphaOff val="0"/>
          </a:schemeClr>
        </a:solidFill>
        <a:ln w="19050" cap="flat" cmpd="sng" algn="ctr">
          <a:solidFill>
            <a:schemeClr val="accent2">
              <a:hueOff val="4602581"/>
              <a:satOff val="-13209"/>
              <a:lumOff val="-211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D402B9-B0A0-4C62-A4AB-D7416618EC39}">
      <dsp:nvSpPr>
        <dsp:cNvPr id="0" name=""/>
        <dsp:cNvSpPr/>
      </dsp:nvSpPr>
      <dsp:spPr>
        <a:xfrm>
          <a:off x="8068463" y="263599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Make much more laughs</a:t>
          </a:r>
          <a:endParaRPr lang="en-US" sz="1900" kern="1200"/>
        </a:p>
      </dsp:txBody>
      <dsp:txXfrm>
        <a:off x="8068463" y="1563836"/>
        <a:ext cx="2444055" cy="2053006"/>
      </dsp:txXfrm>
    </dsp:sp>
    <dsp:sp modelId="{94186FAB-4FBD-40E1-8672-C8B209842B1A}">
      <dsp:nvSpPr>
        <dsp:cNvPr id="0" name=""/>
        <dsp:cNvSpPr/>
      </dsp:nvSpPr>
      <dsp:spPr>
        <a:xfrm>
          <a:off x="8777239" y="605766"/>
          <a:ext cx="1026503" cy="1026503"/>
        </a:xfrm>
        <a:prstGeom prst="ellipse">
          <a:avLst/>
        </a:prstGeom>
        <a:solidFill>
          <a:schemeClr val="accent2">
            <a:hueOff val="5523098"/>
            <a:satOff val="-15851"/>
            <a:lumOff val="-25379"/>
            <a:alphaOff val="0"/>
          </a:schemeClr>
        </a:solidFill>
        <a:ln w="19050" cap="flat" cmpd="sng" algn="ctr">
          <a:solidFill>
            <a:schemeClr val="accent2">
              <a:hueOff val="5523098"/>
              <a:satOff val="-15851"/>
              <a:lumOff val="-253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8927567" y="756094"/>
        <a:ext cx="725847" cy="725847"/>
      </dsp:txXfrm>
    </dsp:sp>
    <dsp:sp modelId="{1F0911B2-F408-4C85-A676-5CCC252FC852}">
      <dsp:nvSpPr>
        <dsp:cNvPr id="0" name=""/>
        <dsp:cNvSpPr/>
      </dsp:nvSpPr>
      <dsp:spPr>
        <a:xfrm>
          <a:off x="8068463" y="3685204"/>
          <a:ext cx="2444055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D72FF-E279-4B72-8FDE-B5063E8465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DE2C45-DA77-E438-1E29-481420DB2E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3478A-DB2B-6CFF-D489-AB3BF579E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349A-8B21-4F69-8EB8-08E04FFB830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FEBE1-F893-8917-F884-095EBDE7A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78D46-4F2A-CBDF-E159-B85E1CCB7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73F7-9B2F-4823-945C-5214C820F5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568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F530C-6105-A4D1-9DF0-A5A8B24B8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B697A-8B1F-C318-0FAB-079861544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3ADF9-A477-BCE3-61EE-2E3B58802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349A-8B21-4F69-8EB8-08E04FFB830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05C4C-CB17-A8AE-1998-517394E60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802FD-6BBA-E034-1639-9E00B0CD6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73F7-9B2F-4823-945C-5214C820F5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6729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CA873-371D-F54E-32CD-0E50403C8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E1C921-4381-3032-5FF3-2432359E3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01EEA-F903-C900-66AD-8F4FDDF2C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349A-8B21-4F69-8EB8-08E04FFB830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EA795-7C25-0E75-8A80-B63DE22B2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4494A-2681-A110-A6FA-905CDDB93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73F7-9B2F-4823-945C-5214C820F5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8416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BFE3C-764B-A3B0-4334-A78DE494B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D5085-E1AF-8F51-D7B2-53A5A7B67F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B3E0C-17E3-706E-8430-E78880B037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86E65-8F0D-A9C2-C969-95771017A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349A-8B21-4F69-8EB8-08E04FFB830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4C989A-22FD-19B3-84E2-F83826FA0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6E89F-79DB-DDEE-BB4B-0C8FC7DBF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73F7-9B2F-4823-945C-5214C820F5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609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F697D-EC5B-81F5-0F8B-0ED04F322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302FBF-DC83-77A3-7706-4FC71A4CC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8617DA-40B1-6C09-4D0F-813CD45755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E483A-A5CA-69A6-E0AC-62AF8F34D3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A211D9-76D6-0587-642E-14330A2B44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041E83-E6BA-8FD5-774B-E0A07C27D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349A-8B21-4F69-8EB8-08E04FFB830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B8F98E-2DB0-B216-1AC7-E90D63070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D16762-4FEF-1515-619B-D2D0D5919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73F7-9B2F-4823-945C-5214C820F5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092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B3802-2FDC-006D-7568-F880BF528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A718FA-8DD2-CDE2-846D-B2BEF7088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349A-8B21-4F69-8EB8-08E04FFB830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D74E52-19A0-1715-272D-482F0F9A9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1C5FB0-E1DC-3B56-FA22-3C36DF78F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73F7-9B2F-4823-945C-5214C820F5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705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989964-FC63-D97B-144E-F741474F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349A-8B21-4F69-8EB8-08E04FFB830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4B13A2-6F63-E776-A033-118C416A0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EC1F5-95D6-7428-8466-A43CC24DF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73F7-9B2F-4823-945C-5214C820F5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729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37B34-2465-952B-813F-DC6C2DF84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A0ED5-15E3-B782-EA1F-9A5C8E12E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43ADEC-1AE9-45D8-2FCC-05E0914EC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2E001-2E0C-47C7-DBC7-3FBA77BD6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349A-8B21-4F69-8EB8-08E04FFB830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414B8-1EED-560C-17B0-2C417B488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CB97DE-1E0E-382E-BFFF-5E77200F0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73F7-9B2F-4823-945C-5214C820F5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862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F17D0-0203-CEB9-E17A-2DC33AD3E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497264-3129-FF12-CCDC-585D9CDA0F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13B93A-457D-1DE0-B14B-BDD3459573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64357-2EDF-6E4D-9790-447C252C6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349A-8B21-4F69-8EB8-08E04FFB830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BD11D3-1C0B-2DA7-5638-81E28385F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2946E-11B1-B086-66DD-9B3F7B801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73F7-9B2F-4823-945C-5214C820F5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3345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391CC-56BE-C67C-2A62-3DC84F8C6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63785A-F947-61DF-BAFA-775E3756C1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9897D-A583-3543-AD2B-1889468B2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349A-8B21-4F69-8EB8-08E04FFB830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D2ED9-C35D-7297-D511-7780AE881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068AB-B443-B9DF-3CDC-A0300BBDF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73F7-9B2F-4823-945C-5214C820F5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3378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5868A3-3CA8-3965-6C23-20A11B5649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2E7AB-DACB-808E-A355-BA435A45A1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23C03-C3C1-7C73-EBA8-AA3C85DF2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C349A-8B21-4F69-8EB8-08E04FFB830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53116-62DC-BA3A-0620-1FBDDAE48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4D8F-A7FD-BFAA-C871-83EDD266E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973F7-9B2F-4823-945C-5214C820F5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6671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163694-EED4-0FA9-0164-007BD2D97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66E529-BF1C-FC77-2051-CC968DCC0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21D76-89E9-7954-AB35-2EFCAABBE9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5C349A-8B21-4F69-8EB8-08E04FFB830E}" type="datetimeFigureOut">
              <a:rPr lang="en-GB" smtClean="0"/>
              <a:t>01/05/2026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0F874-035C-E58D-61D8-D70B9C3BB6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B689A-DCF0-556B-8E8B-4339D6E523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D973F7-9B2F-4823-945C-5214C820F5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9185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hyperlink" Target="https://elrincondelnabo.blogspot.com/2013/06/resena-monsters-university.html" TargetMode="External"/><Relationship Id="rId7" Type="http://schemas.openxmlformats.org/officeDocument/2006/relationships/diagramColors" Target="../diagrams/colors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10" Type="http://schemas.openxmlformats.org/officeDocument/2006/relationships/hyperlink" Target="https://www.abruzzo24ore.tv/news/Appello-per-L-Aquila-chiede-investimento-per-datacenter-unico-a-L-Aquila/156539.htm" TargetMode="External"/><Relationship Id="rId4" Type="http://schemas.openxmlformats.org/officeDocument/2006/relationships/diagramData" Target="../diagrams/data2.xml"/><Relationship Id="rId9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ovies.disney.com/monsters-inc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F27278-516E-C63E-C837-E9DB5A8A9722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the laugh floor is losing efficiency 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extBox 6">
            <a:extLst>
              <a:ext uri="{FF2B5EF4-FFF2-40B4-BE49-F238E27FC236}">
                <a16:creationId xmlns:a16="http://schemas.microsoft.com/office/drawing/2014/main" id="{D750BD9B-DC35-13CE-21F3-2036B32006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2865290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9410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2B032D-E5DC-6BA5-F61A-783EDDE23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220975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Aim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22C60E-1859-2855-7E48-9E5A4AEE0505}"/>
              </a:ext>
            </a:extLst>
          </p:cNvPr>
          <p:cNvSpPr txBox="1"/>
          <p:nvPr/>
        </p:nvSpPr>
        <p:spPr>
          <a:xfrm>
            <a:off x="5126418" y="552091"/>
            <a:ext cx="6224335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A decrease in incidents – Issues spotted earlier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More efferent operations- More automation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Increase in laugh production- Better planning and more accessible data	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Controlled shift handovers- Shared dashboards and pipeline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Reduce costs – move to the “cloud”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 </a:t>
            </a:r>
            <a:r>
              <a:rPr lang="en-GB" sz="2400" b="1" dirty="0"/>
              <a:t>Fewer incidents</a:t>
            </a:r>
            <a:r>
              <a:rPr lang="en-GB" sz="2400" dirty="0"/>
              <a:t> because issues are spotted early</a:t>
            </a:r>
            <a:endParaRPr lang="en-US" sz="2200" dirty="0"/>
          </a:p>
        </p:txBody>
      </p:sp>
      <p:pic>
        <p:nvPicPr>
          <p:cNvPr id="6" name="Picture 5" descr="Dart on bullseye">
            <a:extLst>
              <a:ext uri="{FF2B5EF4-FFF2-40B4-BE49-F238E27FC236}">
                <a16:creationId xmlns:a16="http://schemas.microsoft.com/office/drawing/2014/main" id="{93C034C5-34CC-8BBB-FB33-F548C5DB91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261" y="2548714"/>
            <a:ext cx="4138598" cy="275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715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5FF0E25-0871-0201-CEA3-8C788F902DD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1244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D11C17-B795-BB42-DDFB-D5E137F65224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latin typeface="+mj-lt"/>
                <a:ea typeface="+mj-ea"/>
                <a:cs typeface="+mj-cs"/>
              </a:rPr>
              <a:t>The Fix</a:t>
            </a:r>
          </a:p>
        </p:txBody>
      </p:sp>
      <p:graphicFrame>
        <p:nvGraphicFramePr>
          <p:cNvPr id="9" name="TextBox 4">
            <a:extLst>
              <a:ext uri="{FF2B5EF4-FFF2-40B4-BE49-F238E27FC236}">
                <a16:creationId xmlns:a16="http://schemas.microsoft.com/office/drawing/2014/main" id="{E17DCAA0-0B8C-64FC-1CAF-58C7B3DC0F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801626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8B1799BE-2E88-7732-A6E8-024D83820B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8881" r="3548" b="1"/>
          <a:stretch>
            <a:fillRect/>
          </a:stretch>
        </p:blipFill>
        <p:spPr>
          <a:xfrm>
            <a:off x="7839635" y="242527"/>
            <a:ext cx="2814918" cy="15830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5D79869-E491-E486-2969-344B625C00D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3908612" y="236357"/>
            <a:ext cx="2393577" cy="159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586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CF3381-A6A1-5D2E-FF81-3D778B4AA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405575"/>
            <a:ext cx="5001768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Overall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2CC9CC-DD20-E287-3E65-0C395EF275F4}"/>
              </a:ext>
            </a:extLst>
          </p:cNvPr>
          <p:cNvSpPr txBox="1"/>
          <p:nvPr/>
        </p:nvSpPr>
        <p:spPr>
          <a:xfrm>
            <a:off x="6382512" y="498698"/>
            <a:ext cx="4940808" cy="11853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dirty="0"/>
              <a:t>How the average day might pan out!</a:t>
            </a:r>
            <a:endParaRPr lang="en-US" sz="24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905E81-7CD3-C1B6-D59E-837B23D04D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-1" b="1709"/>
          <a:stretch>
            <a:fillRect/>
          </a:stretch>
        </p:blipFill>
        <p:spPr>
          <a:xfrm>
            <a:off x="696178" y="2071847"/>
            <a:ext cx="2856510" cy="42062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D4E06D-56E9-A6A6-E51D-A3DC5D25CB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69"/>
          <a:stretch>
            <a:fillRect/>
          </a:stretch>
        </p:blipFill>
        <p:spPr>
          <a:xfrm>
            <a:off x="4248866" y="2071847"/>
            <a:ext cx="7338159" cy="436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492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FAE7ED-7D4D-90B1-3C23-503056088FB6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Next steps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4408AF97-337F-3304-4D20-D3A74AA29F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9047256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0105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3343</TotalTime>
  <Words>180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PowerPoint Presentation</vt:lpstr>
      <vt:lpstr>The Aim</vt:lpstr>
      <vt:lpstr>PowerPoint Presentation</vt:lpstr>
      <vt:lpstr>Overall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 cawthorne</dc:creator>
  <cp:lastModifiedBy>seb cawthorne</cp:lastModifiedBy>
  <cp:revision>1</cp:revision>
  <dcterms:created xsi:type="dcterms:W3CDTF">2026-05-01T12:59:38Z</dcterms:created>
  <dcterms:modified xsi:type="dcterms:W3CDTF">2026-05-03T20:43:13Z</dcterms:modified>
</cp:coreProperties>
</file>